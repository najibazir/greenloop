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4" d="100"/>
          <a:sy n="54" d="100"/>
        </p:scale>
        <p:origin x="1016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414B1C-A2A5-4A14-8607-677C15BA268D}" type="datetimeFigureOut">
              <a:rPr lang="en-SG" smtClean="0"/>
              <a:t>23/10/2026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553E2-BC02-4056-BEC1-3DA4F6B3AC9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81400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553E2-BC02-4056-BEC1-3DA4F6B3AC96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53611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553E2-BC02-4056-BEC1-3DA4F6B3AC96}" type="slidenum">
              <a:rPr lang="en-SG" smtClean="0"/>
              <a:t>11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25746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microsoft.com/office/2007/relationships/hdphoto" Target="../media/hdphoto2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microsoft.com/office/2007/relationships/hdphoto" Target="../media/hdphoto3.wdp"/><Relationship Id="rId4" Type="http://schemas.openxmlformats.org/officeDocument/2006/relationships/image" Target="../media/image5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reenloop-tan.vercel.app/" TargetMode="Externa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microsoft.com/office/2007/relationships/hdphoto" Target="../media/hdphoto4.wdp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63306C-3AFA-E230-27A6-C05713C802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1067" t="1642" r="1375" b="2129"/>
          <a:stretch>
            <a:fillRect/>
          </a:stretch>
        </p:blipFill>
        <p:spPr>
          <a:xfrm>
            <a:off x="-18882" y="0"/>
            <a:ext cx="1221088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71BF8B2-6A4F-E9E1-3212-946D2CC4934E}"/>
              </a:ext>
            </a:extLst>
          </p:cNvPr>
          <p:cNvSpPr/>
          <p:nvPr/>
        </p:nvSpPr>
        <p:spPr>
          <a:xfrm>
            <a:off x="605642" y="938151"/>
            <a:ext cx="11257807" cy="5165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FB8E8F-D98F-D899-55F5-D9D57ECFB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6452" y="4371756"/>
            <a:ext cx="4921866" cy="26257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875079-2340-1627-4A98-7D3F92C17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9044" y="145127"/>
            <a:ext cx="1268528" cy="8859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35492B-B222-5E44-45ED-7933C30A38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04" y="1893932"/>
            <a:ext cx="1961444" cy="1961444"/>
          </a:xfrm>
          <a:prstGeom prst="ellipse">
            <a:avLst/>
          </a:prstGeom>
          <a:ln w="63500" cap="rnd">
            <a:solidFill>
              <a:srgbClr val="0B4E26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D5FECD-0514-D771-05F4-628F11718A5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7" t="-1082" r="-3247" b="1082"/>
          <a:stretch/>
        </p:blipFill>
        <p:spPr>
          <a:xfrm>
            <a:off x="3636135" y="1893932"/>
            <a:ext cx="1961444" cy="1961444"/>
          </a:xfrm>
          <a:prstGeom prst="ellipse">
            <a:avLst/>
          </a:prstGeom>
          <a:ln w="63500" cap="rnd">
            <a:solidFill>
              <a:srgbClr val="0B4E26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B9582DB-0456-E808-87CE-64EF795B60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613" y="1863367"/>
            <a:ext cx="2022573" cy="2022573"/>
          </a:xfrm>
          <a:prstGeom prst="ellipse">
            <a:avLst/>
          </a:prstGeom>
          <a:ln w="63500" cap="rnd">
            <a:solidFill>
              <a:srgbClr val="0B4E26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E07376-AB9D-EECB-5122-D7661702D8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4067" y="1851708"/>
            <a:ext cx="1961444" cy="1961444"/>
          </a:xfrm>
          <a:prstGeom prst="ellipse">
            <a:avLst/>
          </a:prstGeom>
          <a:ln w="63500" cap="rnd">
            <a:solidFill>
              <a:srgbClr val="0B4E26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C5AEB35-0274-F6FD-A01D-A6FD82D4A70E}"/>
              </a:ext>
            </a:extLst>
          </p:cNvPr>
          <p:cNvSpPr/>
          <p:nvPr/>
        </p:nvSpPr>
        <p:spPr>
          <a:xfrm>
            <a:off x="542806" y="4021279"/>
            <a:ext cx="2262557" cy="1908920"/>
          </a:xfrm>
          <a:prstGeom prst="rect">
            <a:avLst/>
          </a:prstGeom>
          <a:gradFill flip="none" rotWithShape="1">
            <a:gsLst>
              <a:gs pos="0">
                <a:srgbClr val="96C655">
                  <a:shade val="30000"/>
                  <a:satMod val="115000"/>
                </a:srgbClr>
              </a:gs>
              <a:gs pos="50000">
                <a:srgbClr val="96C655">
                  <a:shade val="67500"/>
                  <a:satMod val="115000"/>
                </a:srgbClr>
              </a:gs>
              <a:gs pos="100000">
                <a:srgbClr val="96C655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solidFill>
              <a:srgbClr val="176D14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Muhammad Najib bin Ahmad Azir</a:t>
            </a:r>
          </a:p>
          <a:p>
            <a:pPr algn="ctr"/>
            <a:r>
              <a:rPr lang="en-US" sz="1400" dirty="0">
                <a:ln w="0"/>
                <a:solidFill>
                  <a:srgbClr val="0700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(TEAM LEADER)</a:t>
            </a:r>
          </a:p>
          <a:p>
            <a:pPr algn="ctr"/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Universiti Teknologi MARA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najibazir12@gmail.com</a:t>
            </a:r>
          </a:p>
          <a:p>
            <a:pPr algn="ctr"/>
            <a:endParaRPr lang="en-US" sz="1400" dirty="0">
              <a:solidFill>
                <a:srgbClr val="475569"/>
              </a:solidFill>
            </a:endParaRPr>
          </a:p>
          <a:p>
            <a:pPr algn="ctr"/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A946C3-E22B-4FE6-30E9-6CEA7C59882D}"/>
              </a:ext>
            </a:extLst>
          </p:cNvPr>
          <p:cNvSpPr/>
          <p:nvPr/>
        </p:nvSpPr>
        <p:spPr>
          <a:xfrm>
            <a:off x="3485578" y="4010930"/>
            <a:ext cx="2262557" cy="1908919"/>
          </a:xfrm>
          <a:prstGeom prst="rect">
            <a:avLst/>
          </a:prstGeom>
          <a:gradFill flip="none" rotWithShape="1">
            <a:gsLst>
              <a:gs pos="0">
                <a:srgbClr val="96C655">
                  <a:shade val="30000"/>
                  <a:satMod val="115000"/>
                </a:srgbClr>
              </a:gs>
              <a:gs pos="50000">
                <a:srgbClr val="96C655">
                  <a:shade val="67500"/>
                  <a:satMod val="115000"/>
                </a:srgbClr>
              </a:gs>
              <a:gs pos="100000">
                <a:srgbClr val="96C655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solidFill>
              <a:srgbClr val="0B4E26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Mohamad Fathin bin Mohd Zakiyuddin</a:t>
            </a:r>
          </a:p>
          <a:p>
            <a:pPr algn="ctr"/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Universiti Malaysia Pahang </a:t>
            </a:r>
            <a:r>
              <a:rPr lang="en-US" sz="1200" b="1" dirty="0">
                <a:solidFill>
                  <a:schemeClr val="bg1"/>
                </a:solidFill>
              </a:rPr>
              <a:t>fathinzy@gmail.com</a:t>
            </a:r>
            <a:endParaRPr lang="en-US" sz="1400" b="1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rgbClr val="475569"/>
              </a:solidFill>
            </a:endParaRPr>
          </a:p>
          <a:p>
            <a:pPr algn="ctr"/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FD7300-ABBD-6D4F-427A-B5CAD347E57F}"/>
              </a:ext>
            </a:extLst>
          </p:cNvPr>
          <p:cNvSpPr/>
          <p:nvPr/>
        </p:nvSpPr>
        <p:spPr>
          <a:xfrm>
            <a:off x="6373633" y="4010930"/>
            <a:ext cx="2262557" cy="1908920"/>
          </a:xfrm>
          <a:prstGeom prst="rect">
            <a:avLst/>
          </a:prstGeom>
          <a:gradFill flip="none" rotWithShape="1">
            <a:gsLst>
              <a:gs pos="0">
                <a:srgbClr val="96C655">
                  <a:shade val="30000"/>
                  <a:satMod val="115000"/>
                </a:srgbClr>
              </a:gs>
              <a:gs pos="50000">
                <a:srgbClr val="96C655">
                  <a:shade val="67500"/>
                  <a:satMod val="115000"/>
                </a:srgbClr>
              </a:gs>
              <a:gs pos="100000">
                <a:srgbClr val="96C655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solidFill>
              <a:srgbClr val="0B4E26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Muhammad Muqsith bin Mohd Hairul Wazi</a:t>
            </a:r>
          </a:p>
          <a:p>
            <a:pPr algn="ctr"/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Universiti Teknologi MARA </a:t>
            </a:r>
            <a:r>
              <a:rPr lang="en-US" sz="1200" b="1" dirty="0">
                <a:solidFill>
                  <a:schemeClr val="bg1"/>
                </a:solidFill>
              </a:rPr>
              <a:t>mohdmuqsith1996@gmail.com</a:t>
            </a:r>
          </a:p>
          <a:p>
            <a:pPr algn="ctr"/>
            <a:endParaRPr lang="en-US" sz="1400" dirty="0">
              <a:solidFill>
                <a:srgbClr val="475569"/>
              </a:solidFill>
            </a:endParaRPr>
          </a:p>
          <a:p>
            <a:pPr algn="ctr"/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E7788D-DAEA-0707-3EB1-B9812AE3A2C8}"/>
              </a:ext>
            </a:extLst>
          </p:cNvPr>
          <p:cNvSpPr/>
          <p:nvPr/>
        </p:nvSpPr>
        <p:spPr>
          <a:xfrm>
            <a:off x="9358819" y="4075996"/>
            <a:ext cx="2262557" cy="1843853"/>
          </a:xfrm>
          <a:prstGeom prst="rect">
            <a:avLst/>
          </a:prstGeom>
          <a:gradFill flip="none" rotWithShape="1">
            <a:gsLst>
              <a:gs pos="0">
                <a:srgbClr val="96C655">
                  <a:shade val="30000"/>
                  <a:satMod val="115000"/>
                </a:srgbClr>
              </a:gs>
              <a:gs pos="50000">
                <a:srgbClr val="96C655">
                  <a:shade val="67500"/>
                  <a:satMod val="115000"/>
                </a:srgbClr>
              </a:gs>
              <a:gs pos="100000">
                <a:srgbClr val="96C655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solidFill>
              <a:srgbClr val="0B4E26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Leeya Sofea binti Mohd Rizal Izwan</a:t>
            </a:r>
          </a:p>
          <a:p>
            <a:pPr algn="ctr"/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Universiti Teknologi MARA </a:t>
            </a:r>
            <a:r>
              <a:rPr lang="en-US" sz="1200" b="1" dirty="0">
                <a:solidFill>
                  <a:schemeClr val="bg1"/>
                </a:solidFill>
              </a:rPr>
              <a:t>leeyasofea199@gmail.com</a:t>
            </a:r>
            <a:endParaRPr lang="en-US" sz="1400" b="1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rgbClr val="475569"/>
              </a:solidFill>
            </a:endParaRPr>
          </a:p>
          <a:p>
            <a:pPr algn="ctr"/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2CEDC6-BDC2-F5E2-5ECE-68F203718641}"/>
              </a:ext>
            </a:extLst>
          </p:cNvPr>
          <p:cNvSpPr/>
          <p:nvPr/>
        </p:nvSpPr>
        <p:spPr>
          <a:xfrm>
            <a:off x="3329972" y="818864"/>
            <a:ext cx="5052283" cy="511668"/>
          </a:xfrm>
          <a:prstGeom prst="rect">
            <a:avLst/>
          </a:prstGeom>
          <a:solidFill>
            <a:srgbClr val="96C655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24E52A72-71D1-37B2-BB93-58DAFEEF4BC3}"/>
              </a:ext>
            </a:extLst>
          </p:cNvPr>
          <p:cNvSpPr txBox="1">
            <a:spLocks/>
          </p:cNvSpPr>
          <p:nvPr/>
        </p:nvSpPr>
        <p:spPr>
          <a:xfrm>
            <a:off x="4843499" y="859438"/>
            <a:ext cx="2367609" cy="481486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>
                <a:ln w="9525">
                  <a:solidFill>
                    <a:srgbClr val="96C655"/>
                  </a:solidFill>
                  <a:prstDash val="solid"/>
                </a:ln>
                <a:solidFill>
                  <a:srgbClr val="0B4E26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entury Gothic" panose="020B0502020202020204" pitchFamily="34" charset="0"/>
              </a:rPr>
              <a:t>SYNKOSYS</a:t>
            </a:r>
            <a:endParaRPr lang="en-US" b="1" dirty="0">
              <a:ln w="9525">
                <a:solidFill>
                  <a:srgbClr val="96C655"/>
                </a:solidFill>
                <a:prstDash val="solid"/>
              </a:ln>
              <a:solidFill>
                <a:srgbClr val="0B4E26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E92D86-7E49-7682-0DE1-5819A32A3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9044" y="145127"/>
            <a:ext cx="1268528" cy="8859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3D64CE0-009C-654B-F983-F2263044A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9044" y="145127"/>
            <a:ext cx="1268528" cy="8859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73A8E0-5AD4-0AD2-784A-E0703F30C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9044" y="145127"/>
            <a:ext cx="1268528" cy="8859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E7CDF4-050F-3DB6-299B-AC09AF222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9044" y="145127"/>
            <a:ext cx="1268528" cy="8859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5E3409-A4B0-C59F-C412-D1DE5EA018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9044" y="145127"/>
            <a:ext cx="1268528" cy="885956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9E8C21F-F9CB-3A42-0757-0B7C94CCE806}"/>
              </a:ext>
            </a:extLst>
          </p:cNvPr>
          <p:cNvGrpSpPr/>
          <p:nvPr/>
        </p:nvGrpSpPr>
        <p:grpSpPr>
          <a:xfrm>
            <a:off x="664542" y="3850229"/>
            <a:ext cx="5344381" cy="2408067"/>
            <a:chOff x="-3683607" y="-876150"/>
            <a:chExt cx="4586131" cy="2408067"/>
          </a:xfrm>
        </p:grpSpPr>
        <p:pic>
          <p:nvPicPr>
            <p:cNvPr id="6" name="Picture 5" descr="resident-hub-qr.png">
              <a:extLst>
                <a:ext uri="{FF2B5EF4-FFF2-40B4-BE49-F238E27FC236}">
                  <a16:creationId xmlns:a16="http://schemas.microsoft.com/office/drawing/2014/main" id="{9E5469C9-AB78-5EC6-33A2-62282DD34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-1" b="40414"/>
            <a:stretch>
              <a:fillRect/>
            </a:stretch>
          </p:blipFill>
          <p:spPr>
            <a:xfrm>
              <a:off x="-3683607" y="-876150"/>
              <a:ext cx="4586131" cy="2134935"/>
            </a:xfrm>
            <a:prstGeom prst="roundRect">
              <a:avLst>
                <a:gd name="adj" fmla="val 4285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DACF672-A46B-9074-249F-3043FABEC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rcRect l="2086" t="67221" r="2086" b="17236"/>
            <a:stretch>
              <a:fillRect/>
            </a:stretch>
          </p:blipFill>
          <p:spPr>
            <a:xfrm>
              <a:off x="-3683607" y="1258785"/>
              <a:ext cx="4586131" cy="273132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D3751DE-689E-C605-F662-4C03AD1BE440}"/>
              </a:ext>
            </a:extLst>
          </p:cNvPr>
          <p:cNvGrpSpPr/>
          <p:nvPr/>
        </p:nvGrpSpPr>
        <p:grpSpPr>
          <a:xfrm>
            <a:off x="6159329" y="3836034"/>
            <a:ext cx="5344379" cy="2422262"/>
            <a:chOff x="-2410692" y="341487"/>
            <a:chExt cx="4500732" cy="2604548"/>
          </a:xfrm>
        </p:grpSpPr>
        <p:pic>
          <p:nvPicPr>
            <p:cNvPr id="11" name="Picture 10" descr="ops-logistics.png">
              <a:extLst>
                <a:ext uri="{FF2B5EF4-FFF2-40B4-BE49-F238E27FC236}">
                  <a16:creationId xmlns:a16="http://schemas.microsoft.com/office/drawing/2014/main" id="{11277956-32E5-03DD-6DE5-E6AB8A2CB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b="31939"/>
            <a:stretch>
              <a:fillRect/>
            </a:stretch>
          </p:blipFill>
          <p:spPr>
            <a:xfrm>
              <a:off x="-2380782" y="341487"/>
              <a:ext cx="4470822" cy="2377240"/>
            </a:xfrm>
            <a:prstGeom prst="roundRect">
              <a:avLst>
                <a:gd name="adj" fmla="val 635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F3EF9F7-4C83-DB93-4507-C643DCF0D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rcRect t="78032"/>
            <a:stretch>
              <a:fillRect/>
            </a:stretch>
          </p:blipFill>
          <p:spPr>
            <a:xfrm>
              <a:off x="-2410692" y="2628152"/>
              <a:ext cx="4500732" cy="317883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3BF10A-11F7-AF1F-2A0A-038B2913B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9044" y="97627"/>
            <a:ext cx="1268528" cy="8859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C22C05-4B75-5B52-EDA9-3C05125D9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9044" y="168877"/>
            <a:ext cx="1268528" cy="8859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E9B39B-A620-4BCD-C7EB-13784FCBB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9044" y="145127"/>
            <a:ext cx="1268528" cy="8859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06B24E-2FF4-8453-E6A8-FD1405EE0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20" y="2113520"/>
            <a:ext cx="5839694" cy="33253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5BFA78-F1B5-752D-7A2B-F72E63250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9044" y="145127"/>
            <a:ext cx="1268528" cy="885956"/>
          </a:xfrm>
          <a:prstGeom prst="rect">
            <a:avLst/>
          </a:prstGeom>
        </p:spPr>
      </p:pic>
      <p:sp>
        <p:nvSpPr>
          <p:cNvPr id="10" name="Rounded Rectangle 34">
            <a:extLst>
              <a:ext uri="{FF2B5EF4-FFF2-40B4-BE49-F238E27FC236}">
                <a16:creationId xmlns:a16="http://schemas.microsoft.com/office/drawing/2014/main" id="{11610F73-2208-7C11-61E2-C03546924B78}"/>
              </a:ext>
            </a:extLst>
          </p:cNvPr>
          <p:cNvSpPr/>
          <p:nvPr/>
        </p:nvSpPr>
        <p:spPr>
          <a:xfrm>
            <a:off x="676894" y="5627120"/>
            <a:ext cx="10842171" cy="612648"/>
          </a:xfrm>
          <a:prstGeom prst="roundRect">
            <a:avLst>
              <a:gd name="adj" fmla="val 6000"/>
            </a:avLst>
          </a:prstGeom>
          <a:solidFill>
            <a:srgbClr val="064E3B"/>
          </a:solidFill>
          <a:ln w="12700">
            <a:solidFill>
              <a:srgbClr val="064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41235D-7446-E2E8-C1E1-0ADC9B8D34A1}"/>
              </a:ext>
            </a:extLst>
          </p:cNvPr>
          <p:cNvSpPr txBox="1"/>
          <p:nvPr/>
        </p:nvSpPr>
        <p:spPr>
          <a:xfrm>
            <a:off x="676895" y="5698370"/>
            <a:ext cx="108421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Try the live prototype 👉🏼 </a:t>
            </a:r>
            <a:r>
              <a:rPr lang="en-US" sz="2000" b="1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https://greenloop-tan.vercel.app/</a:t>
            </a:r>
            <a:r>
              <a:rPr lang="en-US" sz="2000" b="1" dirty="0">
                <a:solidFill>
                  <a:schemeClr val="bg1"/>
                </a:solidFill>
              </a:rPr>
              <a:t> 👈🏼</a:t>
            </a:r>
            <a:endParaRPr lang="en-US" sz="2000" b="1" dirty="0">
              <a:solidFill>
                <a:schemeClr val="bg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EBC2FCB-D624-7C57-6439-F05C7BB91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9044" y="145127"/>
            <a:ext cx="1268528" cy="8859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CADCF5-3E1D-BE45-25F3-D7369C88B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9044" y="145127"/>
            <a:ext cx="1268528" cy="8859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DC07E2-DD1F-7382-D41E-E2A071BAC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0798" y="145127"/>
            <a:ext cx="1596774" cy="10740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8A3350-3D8B-3F3F-7ABE-B64039894B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04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75</Words>
  <Application>Microsoft Office PowerPoint</Application>
  <PresentationFormat>Widescreen</PresentationFormat>
  <Paragraphs>18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NAJIB BIN AHMAD AZIR</cp:lastModifiedBy>
  <cp:revision>5</cp:revision>
  <dcterms:created xsi:type="dcterms:W3CDTF">2013-01-27T09:14:16Z</dcterms:created>
  <dcterms:modified xsi:type="dcterms:W3CDTF">2026-10-23T11:01:31Z</dcterms:modified>
  <cp:category/>
</cp:coreProperties>
</file>
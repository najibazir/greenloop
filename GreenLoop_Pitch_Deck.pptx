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0"/>
  </p:notesMasterIdLst>
  <p:sldIdLst>
    <p:sldId id="288" r:id="rId2"/>
    <p:sldId id="320" r:id="rId7"/>
    <p:sldId id="257" r:id="rId8"/>
    <p:sldId id="258" r:id="rId9"/>
    <p:sldId id="259" r:id="rId10"/>
    <p:sldId id="260" r:id="rId11"/>
    <p:sldId id="261" r:id="rId12"/>
    <p:sldId id="321" r:id="rId13"/>
    <p:sldId id="262" r:id="rId14"/>
    <p:sldId id="263" r:id="rId15"/>
    <p:sldId id="264" r:id="rId16"/>
    <p:sldId id="322" r:id="rId17"/>
    <p:sldId id="265" r:id="rId18"/>
    <p:sldId id="323" r:id="rId19"/>
  </p:sldIdLst>
  <p:sldSz cx="12192000" cy="6858000"/>
  <p:notesSz cx="6858000" cy="12192000"/>
  <p:embeddedFontLs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Poppins" panose="00000800000000000000" pitchFamily="2" charset="0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03E"/>
    <a:srgbClr val="176D1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911E5-503D-4A8D-97F3-D21898EBF3BD}" v="310" dt="2026-10-09T09:14:59.785"/>
    <p1510:client id="{B8E6A52A-6400-48B4-A6E7-4A58E2F03031}" v="241" dt="2026-10-09T11:14:15.941"/>
    <p1510:client id="{C71EE9DD-E2F9-4D0C-A1C2-7C7A8EF51F7A}" v="20" dt="2026-10-09T09:21:47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5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ilan" userId="S::susilan_gmail.com#ext#@simedarbyproperty.onmicrosoft.com::f889d067-c3d7-4f44-8283-9188a5999519" providerId="AD" clId="Web-{3227D171-D64C-D580-F68D-12BB909976B7}"/>
    <pc:docChg chg="modSld">
      <pc:chgData name="susilan" userId="S::susilan_gmail.com#ext#@simedarbyproperty.onmicrosoft.com::f889d067-c3d7-4f44-8283-9188a5999519" providerId="AD" clId="Web-{3227D171-D64C-D580-F68D-12BB909976B7}" dt="2026-10-01T13:09:17.252" v="237" actId="1076"/>
      <pc:docMkLst>
        <pc:docMk/>
      </pc:docMkLst>
    </pc:docChg>
  </pc:docChgLst>
  <pc:docChgLst>
    <pc:chgData name="sivavenayakam.vela" userId="S::sivavenayakam.vela_finexusgroup.com#ext#@simedarbyproperty.onmicrosoft.com::0358e331-dc8a-4462-a146-91e1e27e26b7" providerId="AD" clId="Web-{9B3C3F09-8F99-2CD8-93DD-01C5CD8260D9}"/>
    <pc:docChg chg="modSld">
      <p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<pc:docMkLst>
        <pc:docMk/>
      </pc:docMkLst>
      <pc:sldChg chg="addSp modSp">
        <p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  <pc:sldMkLst>
          <pc:docMk/>
          <pc:sldMk cId="991187688" sldId="299"/>
        </pc:sldMkLst>
        <pc:picChg chg="add mod">
          <a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    <ac:picMkLst>
            <pc:docMk/>
            <pc:sldMk cId="991187688" sldId="299"/>
            <ac:picMk id="2" creationId="{3A86559E-A490-92D7-65D3-16178B4378A4}"/>
          </ac:picMkLst>
        </pc:picChg>
      </pc:sldChg>
    </pc:docChg>
  </pc:docChgLst>
  <pc:docChgLst>
    <pc:chgData name="Lam Su Ki" userId="408e329d-6bf0-46cf-97ea-24bc5c40e69f" providerId="ADAL" clId="{849310A9-2563-5922-B4C2-7DA1D90D64BA}"/>
    <pc:docChg chg="modSld">
      <pc:chgData name="Lam Su Ki" userId="408e329d-6bf0-46cf-97ea-24bc5c40e69f" providerId="ADAL" clId="{849310A9-2563-5922-B4C2-7DA1D90D64BA}" dt="2026-10-04T16:27:43.495" v="26" actId="207"/>
      <pc:docMkLst>
        <pc:docMk/>
      </pc:docMkLst>
      <pc:sldChg chg="modSp mod">
        <pc:chgData name="Lam Su Ki" userId="408e329d-6bf0-46cf-97ea-24bc5c40e69f" providerId="ADAL" clId="{849310A9-2563-5922-B4C2-7DA1D90D64BA}" dt="2026-10-04T16:26:17.493" v="3" actId="20577"/>
        <pc:sldMkLst>
          <pc:docMk/>
          <pc:sldMk cId="272319225" sldId="261"/>
        </pc:sldMkLst>
        <pc:spChg chg="mod">
          <ac:chgData name="Lam Su Ki" userId="408e329d-6bf0-46cf-97ea-24bc5c40e69f" providerId="ADAL" clId="{849310A9-2563-5922-B4C2-7DA1D90D64BA}" dt="2026-10-04T16:26:17.493" v="3" actId="20577"/>
          <ac:spMkLst>
            <pc:docMk/>
            <pc:sldMk cId="272319225" sldId="261"/>
            <ac:spMk id="15" creationId="{D1A8CD77-666D-D6E4-68C9-500560F04780}"/>
          </ac:spMkLst>
        </pc:spChg>
      </pc:sldChg>
      <pc:sldChg chg="modSp mod">
        <pc:chgData name="Lam Su Ki" userId="408e329d-6bf0-46cf-97ea-24bc5c40e69f" providerId="ADAL" clId="{849310A9-2563-5922-B4C2-7DA1D90D64BA}" dt="2026-10-04T16:27:26.381" v="25" actId="207"/>
        <pc:sldMkLst>
          <pc:docMk/>
          <pc:sldMk cId="2385503925" sldId="304"/>
        </pc:sldMkLst>
        <pc:spChg chg="mod">
          <ac:chgData name="Lam Su Ki" userId="408e329d-6bf0-46cf-97ea-24bc5c40e69f" providerId="ADAL" clId="{849310A9-2563-5922-B4C2-7DA1D90D64BA}" dt="2026-10-04T16:27:26.381" v="25" actId="207"/>
          <ac:spMkLst>
            <pc:docMk/>
            <pc:sldMk cId="2385503925" sldId="304"/>
            <ac:spMk id="3" creationId="{2F0EA0E5-F401-14C0-ED46-79F20551B80D}"/>
          </ac:spMkLst>
        </pc:spChg>
      </pc:sldChg>
      <pc:sldChg chg="modSp mod">
        <pc:chgData name="Lam Su Ki" userId="408e329d-6bf0-46cf-97ea-24bc5c40e69f" providerId="ADAL" clId="{849310A9-2563-5922-B4C2-7DA1D90D64BA}" dt="2026-10-04T16:27:43.495" v="26" actId="207"/>
        <pc:sldMkLst>
          <pc:docMk/>
          <pc:sldMk cId="748118927" sldId="305"/>
        </pc:sldMkLst>
        <pc:spChg chg="mod">
          <ac:chgData name="Lam Su Ki" userId="408e329d-6bf0-46cf-97ea-24bc5c40e69f" providerId="ADAL" clId="{849310A9-2563-5922-B4C2-7DA1D90D64BA}" dt="2026-10-04T16:27:43.495" v="26" actId="207"/>
          <ac:spMkLst>
            <pc:docMk/>
            <pc:sldMk cId="748118927" sldId="305"/>
            <ac:spMk id="3" creationId="{18EC3C8C-DB46-6FF3-3DFB-49DB360AACA6}"/>
          </ac:spMkLst>
        </pc:spChg>
      </pc:sldChg>
      <pc:sldChg chg="modSp mod">
        <pc:chgData name="Lam Su Ki" userId="408e329d-6bf0-46cf-97ea-24bc5c40e69f" providerId="ADAL" clId="{849310A9-2563-5922-B4C2-7DA1D90D64BA}" dt="2026-10-04T16:27:06.762" v="24" actId="1037"/>
        <pc:sldMkLst>
          <pc:docMk/>
          <pc:sldMk cId="1139095892" sldId="307"/>
        </pc:sldMkLst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2" creationId="{14FD3129-6502-34F7-7F22-CD8656AC7491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3" creationId="{84A6CDE6-A948-C204-CA50-0E12C56A0252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4" creationId="{328E0BD6-A472-447B-EE38-702D812DA76D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7" creationId="{101304E6-614F-A4F6-41F2-6CE0E6B28E45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25" creationId="{E6D439E8-8B17-7A21-C652-5797891F57D9}"/>
          </ac:spMkLst>
        </pc:spChg>
      </pc:sldChg>
    </pc:docChg>
  </pc:docChgLst>
  <pc:docChgLst>
    <pc:chgData name="Shahidah Abd Salam" userId="fa9272f4-7e27-4009-8d57-6419776d6d11" providerId="ADAL" clId="{50F58571-60FC-4B8C-8323-C7CA8A4DE049}"/>
    <pc:docChg chg="undo redo custSel addSld delSld modSld sldOrd delMainMaster modMainMaster">
      <pc:chgData name="Shahidah Abd Salam" userId="fa9272f4-7e27-4009-8d57-6419776d6d11" providerId="ADAL" clId="{50F58571-60FC-4B8C-8323-C7CA8A4DE049}" dt="2026-10-11T02:30:30.960" v="4572"/>
      <pc:docMkLst>
        <pc:docMk/>
      </pc:docMkLst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923313270" sldId="257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4" creationId="{2AFEB11F-5CCB-2F7C-0247-1BDDA3A3513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2" creationId="{EF360814-AF5D-3BE3-F337-7F9B3F9FBD3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3" creationId="{F41E3D35-2372-8DCC-BFEF-07C3B9BD407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6" creationId="{89C2D7CB-EEBD-C5F5-417A-F369CAE7AFD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7" creationId="{9AD104FE-C498-BF96-4E21-B1D4A55EE01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35" creationId="{AEA11F91-F605-063D-C583-AA56E1CE1E5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43" creationId="{529FD5AE-D7BD-3195-1E49-8D9790C65A40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923313270" sldId="257"/>
            <ac:grpSpMk id="32" creationId="{EAC95923-8DC0-EDA3-3D1E-55276849BEE8}"/>
          </ac:grpSpMkLst>
        </pc:grp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3901902477" sldId="25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2" creationId="{B105BF46-1D74-66BA-0EAA-AAF9AFAF5FB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" creationId="{B793044C-1B74-7E5B-ABA4-E61F93C8926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4" creationId="{F55AD024-7ACC-601F-8A0F-9019DC7E82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6" creationId="{4409CB8D-06DF-CDA1-0BFF-13E688CB43B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7" creationId="{3F9FC53B-11E5-350B-4074-46CFF0BE7506}"/>
          </ac:spMkLst>
        </pc:spChg>
        <pc:spChg chg="mod">
          <ac:chgData name="Shahidah Abd Salam" userId="fa9272f4-7e27-4009-8d57-6419776d6d11" providerId="ADAL" clId="{50F58571-60FC-4B8C-8323-C7CA8A4DE049}" dt="2026-10-01T10:57:17.950" v="1657" actId="27636"/>
          <ac:spMkLst>
            <pc:docMk/>
            <pc:sldMk cId="3901902477" sldId="259"/>
            <ac:spMk id="41" creationId="{5559C436-37D6-70F5-A86B-2F3AA58D063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4" creationId="{B46A4CE3-FF9B-FAFC-F157-D8E4781D79E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8" creationId="{1047D4F6-8972-EF04-5BD5-2871F0D635B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1" creationId="{B8FA5E3A-8478-5F1E-7A7E-E630D8E9701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6" creationId="{6AB05341-436F-5443-9066-54461C72537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7" creationId="{5F68D55C-8974-3278-E8D9-735D55FF238C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901902477" sldId="259"/>
            <ac:picMk id="52" creationId="{7D68B6F3-2B40-565D-D658-BDFCDA6B1060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901902477" sldId="259"/>
            <ac:picMk id="53" creationId="{420862D8-8D36-0670-D535-AC5DFCBB7739}"/>
          </ac:picMkLst>
        </pc:picChg>
      </pc:sldChg>
      <pc:sldChg chg="addSp delSp modSp add mod ord modClrScheme modShow chgLayout modNotes">
        <pc:chgData name="Shahidah Abd Salam" userId="fa9272f4-7e27-4009-8d57-6419776d6d11" providerId="ADAL" clId="{50F58571-60FC-4B8C-8323-C7CA8A4DE049}" dt="2026-10-11T02:30:30.960" v="4572"/>
        <pc:sldMkLst>
          <pc:docMk/>
          <pc:sldMk cId="0" sldId="260"/>
        </pc:sldMkLst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0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8T08:05:16.481" v="4329" actId="2057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20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10:46:00.089" v="1624" actId="1076"/>
          <ac:picMkLst>
            <pc:docMk/>
            <pc:sldMk cId="0" sldId="260"/>
            <ac:picMk id="100" creationId="{00000000-0000-0000-0000-000000000000}"/>
          </ac:picMkLst>
        </pc:pic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272319225" sldId="26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2" creationId="{C8FD56B1-A4B6-D434-12BB-192FABA367C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5" creationId="{8714D040-C64E-A30F-77C6-256EAFC1BDB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7" creationId="{299D899D-4F78-B210-93EF-7CD22A5710E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9" creationId="{2D880501-7B65-7638-6B54-4C4C6F3D4FE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16" creationId="{F03B5B45-E3CD-BC6A-8794-D1F180B5931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19" creationId="{6C7D2B29-1AD6-BE93-396B-96A6D5FE5F2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20" creationId="{74394474-2C76-2712-77C7-F09FBB210D5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0" creationId="{AD3C4D44-C8F2-7736-B91E-065DCBEBDDD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2" creationId="{1301942A-5DF0-50F3-2BA6-9DC69371D24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6" creationId="{E7FA6710-56DC-6026-18F1-3CD449A06FEC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72319225" sldId="261"/>
            <ac:picMk id="13" creationId="{36BB0B14-C7DD-D517-456A-6B21FDB54C0C}"/>
          </ac:picMkLst>
        </pc:pic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1178243214" sldId="26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1" creationId="{910137C0-5EA5-262E-4358-85661E03563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2" creationId="{A109E128-792A-903E-E975-9D731325620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3" creationId="{2C73581D-01C9-1EDF-29A7-8911935BBB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4" creationId="{8ED14B22-5604-2E41-9A37-84E9976DC53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5" creationId="{ECBE2D23-54A3-77ED-029F-3F9BE3CBB67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5" creationId="{1E1BB49F-A158-BF0E-CEE0-BAC2EB7256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6" creationId="{AFD3C4C4-1872-CB46-0458-F356D8B1023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7" creationId="{4FE7B451-AED4-110B-594A-C91C68970E5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8" creationId="{EACDCBF3-2482-02E2-0895-6E0EFA1ADBE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9" creationId="{DF537E3D-ED5F-8500-4C83-A1796867ED70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178243214" sldId="262"/>
            <ac:picMk id="3" creationId="{550471DC-CC3A-9D6E-1586-3E563C09835B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178243214" sldId="262"/>
            <ac:picMk id="6" creationId="{DF64048F-B946-45B6-4C84-7E46D30BE3AA}"/>
          </ac:picMkLst>
        </pc:picChg>
      </pc:sldChg>
      <pc:sldChg chg="delSp add del mod ord modShow">
        <pc:chgData name="Shahidah Abd Salam" userId="fa9272f4-7e27-4009-8d57-6419776d6d11" providerId="ADAL" clId="{50F58571-60FC-4B8C-8323-C7CA8A4DE049}" dt="2026-10-01T11:26:59.991" v="1746"/>
        <pc:sldMkLst>
          <pc:docMk/>
          <pc:sldMk cId="350817833" sldId="263"/>
        </pc:sldMkLst>
      </pc:sldChg>
      <pc:sldChg chg="addSp modSp mod modClrScheme chgLayout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1044785556" sldId="26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2" creationId="{7271AF8B-E062-9646-F508-A717175FAE5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4" creationId="{FA711E5D-8E35-B073-ABFD-C3F30B54B8E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7" creationId="{2DC0A3F5-2BE9-CEFF-BE38-49F892288C8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8" creationId="{8DB20DE4-5B89-2E7A-5DDE-D39A2B8F0DD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31" creationId="{A37C9ADA-5B74-FD79-7C8C-FDF3C74F5CC5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25" creationId="{88AEED6D-8C04-4824-388A-F72F567B5908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27" creationId="{7363ADD9-382B-ADAB-0A70-2A618C344F07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33" creationId="{F4077800-64D0-4C68-10E7-28AF4591FE76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35" creationId="{3ACBD82E-2AE1-D47B-E5E4-113321C67331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1044785556" sldId="264"/>
            <ac:grpSpMk id="37" creationId="{DBCB5832-2B18-BF3E-3E31-A8476D72719D}"/>
          </ac:grpSpMkLst>
        </pc:grpChg>
        <pc:grpChg chg="add mod">
          <ac:chgData name="Shahidah Abd Salam" userId="fa9272f4-7e27-4009-8d57-6419776d6d11" providerId="ADAL" clId="{50F58571-60FC-4B8C-8323-C7CA8A4DE049}" dt="2026-10-01T10:57:17.821" v="1655" actId="26606"/>
          <ac:grpSpMkLst>
            <pc:docMk/>
            <pc:sldMk cId="1044785556" sldId="264"/>
            <ac:grpSpMk id="38" creationId="{D8E87A63-86BE-4685-DA00-17D024C3981C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43" creationId="{51D4D9C3-6B8C-26B6-B565-2A06AC1C290E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55" creationId="{B22C431F-B3C5-37B7-DAAE-408AB4C77ED9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4104" creationId="{46E7CF8B-FBF1-A18A-9257-B48B8EF803BE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4106" creationId="{654A42B1-6ED0-1476-C5C2-2DF1AB647D50}"/>
          </ac:picMkLst>
        </pc:picChg>
      </pc:sldChg>
      <pc:sldChg chg="addSp delSp modSp add mod delAnim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3664192867" sldId="265"/>
        </pc:sldMkLst>
        <pc:spChg chg="mod">
          <ac:chgData name="Shahidah Abd Salam" userId="fa9272f4-7e27-4009-8d57-6419776d6d11" providerId="ADAL" clId="{50F58571-60FC-4B8C-8323-C7CA8A4DE049}" dt="2026-10-02T10:22:10.940" v="3403" actId="20577"/>
          <ac:spMkLst>
            <pc:docMk/>
            <pc:sldMk cId="3664192867" sldId="265"/>
            <ac:spMk id="2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2T10:21:24.921" v="3395" actId="167"/>
          <ac:spMkLst>
            <pc:docMk/>
            <pc:sldMk cId="3664192867" sldId="265"/>
            <ac:spMk id="5" creationId="{4C147F37-6C6E-E828-E70F-6C46E0A681EB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3664192867" sldId="265"/>
            <ac:spMk id="4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07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09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1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1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9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3:13:26.596" v="4345" actId="27636"/>
          <ac:spMkLst>
            <pc:docMk/>
            <pc:sldMk cId="3664192867" sldId="265"/>
            <ac:spMk id="1033" creationId="{00000000-0000-0000-0000-000000000000}"/>
          </ac:spMkLst>
        </pc:spChg>
        <pc:picChg chg="add mod ord">
          <ac:chgData name="Shahidah Abd Salam" userId="fa9272f4-7e27-4009-8d57-6419776d6d11" providerId="ADAL" clId="{50F58571-60FC-4B8C-8323-C7CA8A4DE049}" dt="2026-10-02T10:21:56.227" v="3397" actId="29295"/>
          <ac:picMkLst>
            <pc:docMk/>
            <pc:sldMk cId="3664192867" sldId="265"/>
            <ac:picMk id="4" creationId="{DC257DEA-CC44-53FF-8981-69D43A72567F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574753978" sldId="266"/>
        </pc:sldMkLst>
        <pc:spChg chg="mod">
          <ac:chgData name="Shahidah Abd Salam" userId="fa9272f4-7e27-4009-8d57-6419776d6d11" providerId="ADAL" clId="{50F58571-60FC-4B8C-8323-C7CA8A4DE049}" dt="2026-10-02T04:06:04.928" v="2477" actId="207"/>
          <ac:spMkLst>
            <pc:docMk/>
            <pc:sldMk cId="3574753978" sldId="266"/>
            <ac:spMk id="2" creationId="{9A58C2D9-E00A-20EF-D400-D2D167FDB7A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74753978" sldId="26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236" v="2658" actId="27636"/>
          <ac:spMkLst>
            <pc:docMk/>
            <pc:sldMk cId="3574753978" sldId="266"/>
            <ac:spMk id="4" creationId="{00000000-0000-0000-0000-000000000000}"/>
          </ac:spMkLst>
        </pc:spChg>
        <pc:spChg chg="add mod">
          <ac:chgData name="Shahidah Abd Salam" userId="fa9272f4-7e27-4009-8d57-6419776d6d11" providerId="ADAL" clId="{50F58571-60FC-4B8C-8323-C7CA8A4DE049}" dt="2026-10-02T04:16:48.390" v="2498" actId="1036"/>
          <ac:spMkLst>
            <pc:docMk/>
            <pc:sldMk cId="3574753978" sldId="266"/>
            <ac:spMk id="7" creationId="{88309381-680C-BB8A-D2D3-D79C8AC3F70B}"/>
          </ac:spMkLst>
        </pc:spChg>
        <pc:spChg chg="mod">
          <ac:chgData name="Shahidah Abd Salam" userId="fa9272f4-7e27-4009-8d57-6419776d6d11" providerId="ADAL" clId="{50F58571-60FC-4B8C-8323-C7CA8A4DE049}" dt="2026-10-02T04:23:50.798" v="2543" actId="1076"/>
          <ac:spMkLst>
            <pc:docMk/>
            <pc:sldMk cId="3574753978" sldId="266"/>
            <ac:spMk id="25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2:52:13.444" v="2463" actId="26606"/>
          <ac:picMkLst>
            <pc:docMk/>
            <pc:sldMk cId="3574753978" sldId="266"/>
            <ac:picMk id="8" creationId="{BB43CB58-08DC-4A09-65BE-3F1D6ACFB2DF}"/>
          </ac:picMkLst>
        </pc:picChg>
        <pc:picChg chg="add mod">
          <ac:chgData name="Shahidah Abd Salam" userId="fa9272f4-7e27-4009-8d57-6419776d6d11" providerId="ADAL" clId="{50F58571-60FC-4B8C-8323-C7CA8A4DE049}" dt="2026-10-02T06:28:42.949" v="2745" actId="26606"/>
          <ac:picMkLst>
            <pc:docMk/>
            <pc:sldMk cId="3574753978" sldId="266"/>
            <ac:picMk id="12" creationId="{FA80B59A-5667-2B33-E14E-16A3FA974466}"/>
          </ac:picMkLst>
        </pc:picChg>
      </pc:sldChg>
      <pc:sldChg chg="modSp add mod modShow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932603164" sldId="267"/>
        </pc:sldMkLst>
        <pc:spChg chg="mod">
          <ac:chgData name="Shahidah Abd Salam" userId="fa9272f4-7e27-4009-8d57-6419776d6d11" providerId="ADAL" clId="{50F58571-60FC-4B8C-8323-C7CA8A4DE049}" dt="2026-10-02T04:19:36.869" v="2512" actId="1076"/>
          <ac:spMkLst>
            <pc:docMk/>
            <pc:sldMk cId="932603164" sldId="267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19:47.315" v="2515" actId="1076"/>
          <ac:spMkLst>
            <pc:docMk/>
            <pc:sldMk cId="932603164" sldId="267"/>
            <ac:spMk id="3" creationId="{5ED7FEBD-2968-5DF6-E3E9-57A1E716097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3" creationId="{782F24DC-20A6-0258-ECBB-C96A01FB94F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4" creationId="{29226B37-3760-9F17-D425-F5D2C91760B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5" creationId="{ACACE34C-65F4-7E8E-4A06-0EE1D839638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6" creationId="{7A8B54C4-704B-8DA5-A5FC-0927AD2A0448}"/>
          </ac:spMkLst>
        </pc:spChg>
        <pc:spChg chg="mod">
          <ac:chgData name="Shahidah Abd Salam" userId="fa9272f4-7e27-4009-8d57-6419776d6d11" providerId="ADAL" clId="{50F58571-60FC-4B8C-8323-C7CA8A4DE049}" dt="2026-10-02T03:59:42.780" v="2471" actId="27636"/>
          <ac:spMkLst>
            <pc:docMk/>
            <pc:sldMk cId="932603164" sldId="267"/>
            <ac:spMk id="28" creationId="{53B862AD-A20C-0917-3F56-7BD6C9E6F5AE}"/>
          </ac:spMkLst>
        </pc:spChg>
        <pc:spChg chg="mod">
          <ac:chgData name="Shahidah Abd Salam" userId="fa9272f4-7e27-4009-8d57-6419776d6d11" providerId="ADAL" clId="{50F58571-60FC-4B8C-8323-C7CA8A4DE049}" dt="2026-10-02T04:20:09.165" v="2517" actId="1076"/>
          <ac:spMkLst>
            <pc:docMk/>
            <pc:sldMk cId="932603164" sldId="267"/>
            <ac:spMk id="29" creationId="{3D7D1448-E3A5-4D09-1CCD-6138F73C0646}"/>
          </ac:spMkLst>
        </pc:spChg>
        <pc:spChg chg="mod">
          <ac:chgData name="Shahidah Abd Salam" userId="fa9272f4-7e27-4009-8d57-6419776d6d11" providerId="ADAL" clId="{50F58571-60FC-4B8C-8323-C7CA8A4DE049}" dt="2026-10-02T04:20:09.165" v="2517" actId="1076"/>
          <ac:spMkLst>
            <pc:docMk/>
            <pc:sldMk cId="932603164" sldId="267"/>
            <ac:spMk id="30" creationId="{D9AD2ADE-6C44-9709-DB10-2ED3BB10101B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932603164" sldId="267"/>
            <ac:spMk id="31" creationId="{C149CFDB-7D80-0F8F-9643-9C8BEEB946AA}"/>
          </ac:spMkLst>
        </pc:spChg>
      </pc:sldChg>
      <pc:sldChg chg="addSp delSp modSp add mod modClrScheme chgLayout">
        <pc:chgData name="Shahidah Abd Salam" userId="fa9272f4-7e27-4009-8d57-6419776d6d11" providerId="ADAL" clId="{50F58571-60FC-4B8C-8323-C7CA8A4DE049}" dt="2026-10-02T08:52:07.574" v="3144" actId="20577"/>
        <pc:sldMkLst>
          <pc:docMk/>
          <pc:sldMk cId="257245414" sldId="268"/>
        </pc:sldMkLst>
        <pc:spChg chg="mod ord">
          <ac:chgData name="Shahidah Abd Salam" userId="fa9272f4-7e27-4009-8d57-6419776d6d11" providerId="ADAL" clId="{50F58571-60FC-4B8C-8323-C7CA8A4DE049}" dt="2026-10-02T08:51:57.404" v="3126" actId="20577"/>
          <ac:spMkLst>
            <pc:docMk/>
            <pc:sldMk cId="257245414" sldId="268"/>
            <ac:spMk id="2" creationId="{A13905BE-B4A1-2F49-5ACE-52E467E62AEB}"/>
          </ac:spMkLst>
        </pc:spChg>
        <pc:spChg chg="add mod">
          <ac:chgData name="Shahidah Abd Salam" userId="fa9272f4-7e27-4009-8d57-6419776d6d11" providerId="ADAL" clId="{50F58571-60FC-4B8C-8323-C7CA8A4DE049}" dt="2026-10-02T08:52:07.574" v="3144" actId="20577"/>
          <ac:spMkLst>
            <pc:docMk/>
            <pc:sldMk cId="257245414" sldId="268"/>
            <ac:spMk id="7" creationId="{643F0699-EFA4-9258-032D-B7CFD4E7387A}"/>
          </ac:spMkLst>
        </pc:spChg>
      </pc:sldChg>
      <pc:sldChg chg="add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66201143" sldId="26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8:07.038" v="2590" actId="6549"/>
          <ac:spMkLst>
            <pc:docMk/>
            <pc:sldMk cId="266201143" sldId="269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6:27.587" v="2574" actId="207"/>
          <ac:spMkLst>
            <pc:docMk/>
            <pc:sldMk cId="266201143" sldId="269"/>
            <ac:spMk id="4" creationId="{6E67B717-FFF8-3759-302B-BD977D0A2DCE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5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4:28:38.493" v="2593" actId="14100"/>
          <ac:picMkLst>
            <pc:docMk/>
            <pc:sldMk cId="266201143" sldId="269"/>
            <ac:picMk id="880" creationId="{00000000-0000-0000-0000-000000000000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908567726" sldId="270"/>
        </pc:sldMkLst>
        <pc:spChg chg="mod">
          <ac:chgData name="Shahidah Abd Salam" userId="fa9272f4-7e27-4009-8d57-6419776d6d11" providerId="ADAL" clId="{50F58571-60FC-4B8C-8323-C7CA8A4DE049}" dt="2026-10-02T04:27:45.013" v="2586" actId="113"/>
          <ac:spMkLst>
            <pc:docMk/>
            <pc:sldMk cId="1908567726" sldId="270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789" v="2472" actId="27636"/>
          <ac:spMkLst>
            <pc:docMk/>
            <pc:sldMk cId="1908567726" sldId="270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22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2:52:38.846" v="2465" actId="26606"/>
          <ac:picMkLst>
            <pc:docMk/>
            <pc:sldMk cId="1908567726" sldId="270"/>
            <ac:picMk id="27" creationId="{D35E98B3-D056-2F7B-A91D-DA8317A22E1A}"/>
          </ac:picMkLst>
        </pc:picChg>
      </pc:sldChg>
      <pc:sldChg chg="addSp delSp modSp add mod ord modShow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516824144" sldId="27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2" creationId="{E139B291-871B-9C6B-4DD3-8896B6F0949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3" creationId="{D1FF34AE-42DA-4655-19AD-1ABDD94E439F}"/>
          </ac:spMkLst>
        </pc:spChg>
        <pc:spChg chg="add mod ord">
          <ac:chgData name="Shahidah Abd Salam" userId="fa9272f4-7e27-4009-8d57-6419776d6d11" providerId="ADAL" clId="{50F58571-60FC-4B8C-8323-C7CA8A4DE049}" dt="2026-10-02T04:25:42.647" v="2566" actId="14100"/>
          <ac:spMkLst>
            <pc:docMk/>
            <pc:sldMk cId="516824144" sldId="271"/>
            <ac:spMk id="8" creationId="{FF2AA3F1-FF6B-00B6-1319-5ECAA48D8D4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20" creationId="{FBC816E0-2C17-39A7-B69C-FBCEE9CCE217}"/>
          </ac:spMkLst>
        </pc:spChg>
        <pc:spChg chg="mod">
          <ac:chgData name="Shahidah Abd Salam" userId="fa9272f4-7e27-4009-8d57-6419776d6d11" providerId="ADAL" clId="{50F58571-60FC-4B8C-8323-C7CA8A4DE049}" dt="2026-10-02T04:26:16.283" v="2572" actId="1076"/>
          <ac:spMkLst>
            <pc:docMk/>
            <pc:sldMk cId="516824144" sldId="271"/>
            <ac:spMk id="21" creationId="{B434F20A-116D-42D4-6218-02900E4C5C9A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516824144" sldId="271"/>
            <ac:spMk id="25" creationId="{02999478-6240-7065-80FB-1109B02CCFFC}"/>
          </ac:spMkLst>
        </pc:spChg>
        <pc:spChg chg="mod">
          <ac:chgData name="Shahidah Abd Salam" userId="fa9272f4-7e27-4009-8d57-6419776d6d11" providerId="ADAL" clId="{50F58571-60FC-4B8C-8323-C7CA8A4DE049}" dt="2026-10-02T04:22:03.346" v="2535" actId="14861"/>
          <ac:spMkLst>
            <pc:docMk/>
            <pc:sldMk cId="516824144" sldId="271"/>
            <ac:spMk id="30" creationId="{7AF28547-6DCF-F6CC-C35D-E7FB136187E6}"/>
          </ac:spMkLst>
        </pc:spChg>
        <pc:spChg chg="mod">
          <ac:chgData name="Shahidah Abd Salam" userId="fa9272f4-7e27-4009-8d57-6419776d6d11" providerId="ADAL" clId="{50F58571-60FC-4B8C-8323-C7CA8A4DE049}" dt="2026-10-02T04:21:20.891" v="2524" actId="403"/>
          <ac:spMkLst>
            <pc:docMk/>
            <pc:sldMk cId="516824144" sldId="271"/>
            <ac:spMk id="33" creationId="{ACB9406C-2C66-67D8-5114-89620BA83D97}"/>
          </ac:spMkLst>
        </pc:spChg>
        <pc:spChg chg="mod">
          <ac:chgData name="Shahidah Abd Salam" userId="fa9272f4-7e27-4009-8d57-6419776d6d11" providerId="ADAL" clId="{50F58571-60FC-4B8C-8323-C7CA8A4DE049}" dt="2026-10-02T04:21:25.367" v="2527" actId="403"/>
          <ac:spMkLst>
            <pc:docMk/>
            <pc:sldMk cId="516824144" sldId="271"/>
            <ac:spMk id="34" creationId="{54BBEA01-B383-1601-A1F6-181087D2E683}"/>
          </ac:spMkLst>
        </pc:spChg>
        <pc:spChg chg="mod">
          <ac:chgData name="Shahidah Abd Salam" userId="fa9272f4-7e27-4009-8d57-6419776d6d11" providerId="ADAL" clId="{50F58571-60FC-4B8C-8323-C7CA8A4DE049}" dt="2026-10-02T04:22:03.346" v="2535" actId="14861"/>
          <ac:spMkLst>
            <pc:docMk/>
            <pc:sldMk cId="516824144" sldId="271"/>
            <ac:spMk id="35" creationId="{00BE1D49-B817-4E87-C11A-00003ECE7268}"/>
          </ac:spMkLst>
        </pc:spChg>
        <pc:spChg chg="mod">
          <ac:chgData name="Shahidah Abd Salam" userId="fa9272f4-7e27-4009-8d57-6419776d6d11" providerId="ADAL" clId="{50F58571-60FC-4B8C-8323-C7CA8A4DE049}" dt="2026-10-02T04:21:42.550" v="2533" actId="403"/>
          <ac:spMkLst>
            <pc:docMk/>
            <pc:sldMk cId="516824144" sldId="271"/>
            <ac:spMk id="38" creationId="{77E18C95-7655-C63C-A28C-CCB54B2BE04B}"/>
          </ac:spMkLst>
        </pc:spChg>
        <pc:spChg chg="mod">
          <ac:chgData name="Shahidah Abd Salam" userId="fa9272f4-7e27-4009-8d57-6419776d6d11" providerId="ADAL" clId="{50F58571-60FC-4B8C-8323-C7CA8A4DE049}" dt="2026-10-02T06:20:44.242" v="2659" actId="27636"/>
          <ac:spMkLst>
            <pc:docMk/>
            <pc:sldMk cId="516824144" sldId="271"/>
            <ac:spMk id="39" creationId="{F18CB287-843B-3A8B-62D2-0E246DA67A15}"/>
          </ac:spMkLst>
        </pc:spChg>
        <pc:picChg chg="add mod">
          <ac:chgData name="Shahidah Abd Salam" userId="fa9272f4-7e27-4009-8d57-6419776d6d11" providerId="ADAL" clId="{50F58571-60FC-4B8C-8323-C7CA8A4DE049}" dt="2026-10-02T06:21:04.748" v="2662" actId="26606"/>
          <ac:picMkLst>
            <pc:docMk/>
            <pc:sldMk cId="516824144" sldId="271"/>
            <ac:picMk id="6" creationId="{4BFA5C23-27BB-5BED-8766-86B303ED4B59}"/>
          </ac:picMkLst>
        </pc:picChg>
        <pc:picChg chg="mod">
          <ac:chgData name="Shahidah Abd Salam" userId="fa9272f4-7e27-4009-8d57-6419776d6d11" providerId="ADAL" clId="{50F58571-60FC-4B8C-8323-C7CA8A4DE049}" dt="2026-10-02T04:21:31.648" v="2528" actId="1076"/>
          <ac:picMkLst>
            <pc:docMk/>
            <pc:sldMk cId="516824144" sldId="271"/>
            <ac:picMk id="9" creationId="{5E95972E-2E42-0615-FA09-8405154D0302}"/>
          </ac:picMkLst>
        </pc:picChg>
        <pc:picChg chg="mod">
          <ac:chgData name="Shahidah Abd Salam" userId="fa9272f4-7e27-4009-8d57-6419776d6d11" providerId="ADAL" clId="{50F58571-60FC-4B8C-8323-C7CA8A4DE049}" dt="2026-10-02T04:21:14.874" v="2519" actId="1076"/>
          <ac:picMkLst>
            <pc:docMk/>
            <pc:sldMk cId="516824144" sldId="271"/>
            <ac:picMk id="13" creationId="{FC702179-9FD9-2BFA-26E1-75B0BE189319}"/>
          </ac:picMkLst>
        </pc:picChg>
      </pc:sldChg>
      <pc:sldChg chg="addSp modSp mod modClrScheme modShow chgLayout modNotes">
        <pc:chgData name="Shahidah Abd Salam" userId="fa9272f4-7e27-4009-8d57-6419776d6d11" providerId="ADAL" clId="{50F58571-60FC-4B8C-8323-C7CA8A4DE049}" dt="2026-10-09T11:14:15.941" v="4570" actId="20577"/>
        <pc:sldMkLst>
          <pc:docMk/>
          <pc:sldMk cId="3883334175" sldId="27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4" creationId="{01E92F12-68E9-C4B9-285D-2A28AF945E1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5" creationId="{E3A0675A-C563-84B0-F5B3-BE17C0F720A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9" creationId="{49F81C23-F524-C7CA-54D2-606F48E401A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63" creationId="{314A1191-C181-2E45-BE5C-DED078C09BA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0" creationId="{5B4DC3AD-573C-F3B3-6168-17CF6A63C3A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6" creationId="{37C79835-1393-30C6-3A21-E705A550995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7" creationId="{E1D719AA-80DF-494F-82D1-3A8BA9D094EC}"/>
          </ac:spMkLst>
        </pc:spChg>
        <pc:spChg chg="mod">
          <ac:chgData name="Shahidah Abd Salam" userId="fa9272f4-7e27-4009-8d57-6419776d6d11" providerId="ADAL" clId="{50F58571-60FC-4B8C-8323-C7CA8A4DE049}" dt="2026-10-09T11:14:12.029" v="4568" actId="20577"/>
          <ac:spMkLst>
            <pc:docMk/>
            <pc:sldMk cId="3883334175" sldId="272"/>
            <ac:spMk id="80" creationId="{206090A0-B0B7-F748-5776-844F8B6122B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1" creationId="{2E37BE4E-7E01-B955-2C4F-B2EB899024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2" creationId="{81138BBC-6249-BAF1-3484-FAF373D775E0}"/>
          </ac:spMkLst>
        </pc:spChg>
        <pc:spChg chg="mod">
          <ac:chgData name="Shahidah Abd Salam" userId="fa9272f4-7e27-4009-8d57-6419776d6d11" providerId="ADAL" clId="{50F58571-60FC-4B8C-8323-C7CA8A4DE049}" dt="2026-10-09T11:14:15.941" v="4570" actId="20577"/>
          <ac:spMkLst>
            <pc:docMk/>
            <pc:sldMk cId="3883334175" sldId="272"/>
            <ac:spMk id="83" creationId="{78E24E9D-4386-C126-F9AB-CE14E584941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6" creationId="{DF03B557-A83C-ACA4-4F42-4B3139D6D008}"/>
          </ac:spMkLst>
        </pc:spChg>
      </pc:sldChg>
      <pc:sldChg chg="addSp delSp modSp mod setFolMasterObjs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664391245" sldId="274"/>
        </pc:sldMkLst>
        <pc:spChg chg="add">
          <ac:chgData name="Shahidah Abd Salam" userId="fa9272f4-7e27-4009-8d57-6419776d6d11" providerId="ADAL" clId="{50F58571-60FC-4B8C-8323-C7CA8A4DE049}" dt="2026-10-02T06:28:42.949" v="2745" actId="26606"/>
          <ac:spMkLst>
            <pc:docMk/>
            <pc:sldMk cId="1664391245" sldId="274"/>
            <ac:spMk id="11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8:42.949" v="2745" actId="26606"/>
          <ac:spMkLst>
            <pc:docMk/>
            <pc:sldMk cId="1664391245" sldId="274"/>
            <ac:spMk id="125" creationId="{00000000-0000-0000-0000-000000000000}"/>
          </ac:spMkLst>
        </pc:spChg>
        <pc:picChg chg="add mod">
          <ac:chgData name="Shahidah Abd Salam" userId="fa9272f4-7e27-4009-8d57-6419776d6d11" providerId="ADAL" clId="{50F58571-60FC-4B8C-8323-C7CA8A4DE049}" dt="2026-10-02T06:32:56.456" v="2781" actId="1076"/>
          <ac:picMkLst>
            <pc:docMk/>
            <pc:sldMk cId="1664391245" sldId="274"/>
            <ac:picMk id="30" creationId="{18B4E6AA-A801-1476-FD50-18DE35F92C33}"/>
          </ac:picMkLst>
        </pc:picChg>
        <pc:picChg chg="add del mod">
          <ac:chgData name="Shahidah Abd Salam" userId="fa9272f4-7e27-4009-8d57-6419776d6d11" providerId="ADAL" clId="{50F58571-60FC-4B8C-8323-C7CA8A4DE049}" dt="2026-10-02T06:34:05.570" v="2798" actId="478"/>
          <ac:picMkLst>
            <pc:docMk/>
            <pc:sldMk cId="1664391245" sldId="274"/>
            <ac:picMk id="32" creationId="{8F22BB88-45D8-7212-D362-DE4738A9EEC1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6:23:03.843" v="4192" actId="1076"/>
        <pc:sldMkLst>
          <pc:docMk/>
          <pc:sldMk cId="2273026248" sldId="275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6" creationId="{27DD032F-46A1-764C-4C1D-136E59385AC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7" creationId="{1E42E061-F518-B505-633A-F77DBF8BBFA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8" creationId="{24BB1823-ECF0-AA1F-05D5-742FE6410311}"/>
          </ac:spMkLst>
        </pc:spChg>
        <pc:spChg chg="mod">
          <ac:chgData name="Shahidah Abd Salam" userId="fa9272f4-7e27-4009-8d57-6419776d6d11" providerId="ADAL" clId="{50F58571-60FC-4B8C-8323-C7CA8A4DE049}" dt="2026-10-08T06:23:03.843" v="4192" actId="1076"/>
          <ac:spMkLst>
            <pc:docMk/>
            <pc:sldMk cId="2273026248" sldId="275"/>
            <ac:spMk id="10" creationId="{6CE3E8B2-18F8-B6DD-12DA-50C360899DEC}"/>
          </ac:spMkLst>
        </pc:spChg>
        <pc:picChg chg="add mod">
          <ac:chgData name="Shahidah Abd Salam" userId="fa9272f4-7e27-4009-8d57-6419776d6d11" providerId="ADAL" clId="{50F58571-60FC-4B8C-8323-C7CA8A4DE049}" dt="2026-10-08T06:23:03.843" v="4192" actId="1076"/>
          <ac:picMkLst>
            <pc:docMk/>
            <pc:sldMk cId="2273026248" sldId="275"/>
            <ac:picMk id="3" creationId="{EB676356-7DEF-FEAF-5A54-B85064B4887A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4:13:06.548" v="4165" actId="478"/>
        <pc:sldMkLst>
          <pc:docMk/>
          <pc:sldMk cId="1214539241" sldId="276"/>
        </pc:sldMkLst>
        <pc:spChg chg="mod">
          <ac:chgData name="Shahidah Abd Salam" userId="fa9272f4-7e27-4009-8d57-6419776d6d11" providerId="ADAL" clId="{50F58571-60FC-4B8C-8323-C7CA8A4DE049}" dt="2026-10-02T06:31:22.515" v="2778" actId="20577"/>
          <ac:spMkLst>
            <pc:docMk/>
            <pc:sldMk cId="1214539241" sldId="276"/>
            <ac:spMk id="5" creationId="{99FDF4CB-6F4B-8F24-888C-C25FD00FF37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14539241" sldId="276"/>
            <ac:spMk id="6" creationId="{57EAC194-AC37-8D4C-E94B-F718557712BE}"/>
          </ac:spMkLst>
        </pc:spChg>
        <pc:spChg chg="mod">
          <ac:chgData name="Shahidah Abd Salam" userId="fa9272f4-7e27-4009-8d57-6419776d6d11" providerId="ADAL" clId="{50F58571-60FC-4B8C-8323-C7CA8A4DE049}" dt="2026-10-02T06:31:09.594" v="2753" actId="113"/>
          <ac:spMkLst>
            <pc:docMk/>
            <pc:sldMk cId="1214539241" sldId="276"/>
            <ac:spMk id="7" creationId="{0D475CB6-8D06-9E03-77EA-2A16DCAD4B44}"/>
          </ac:spMkLst>
        </pc:spChg>
        <pc:picChg chg="mod">
          <ac:chgData name="Shahidah Abd Salam" userId="fa9272f4-7e27-4009-8d57-6419776d6d11" providerId="ADAL" clId="{50F58571-60FC-4B8C-8323-C7CA8A4DE049}" dt="2026-10-02T08:56:08.480" v="3203" actId="1076"/>
          <ac:picMkLst>
            <pc:docMk/>
            <pc:sldMk cId="1214539241" sldId="276"/>
            <ac:picMk id="10" creationId="{5AE41FDB-314F-434A-0A5A-D25A92C899C2}"/>
          </ac:picMkLst>
        </pc:picChg>
      </pc:sldChg>
      <pc:sldChg chg="add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818470313" sldId="277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5" creationId="{7560AE25-47CF-F6B0-2D1B-6DC196631EE5}"/>
          </ac:spMkLst>
        </pc:spChg>
        <pc:spChg chg="mod">
          <ac:chgData name="Shahidah Abd Salam" userId="fa9272f4-7e27-4009-8d57-6419776d6d11" providerId="ADAL" clId="{50F58571-60FC-4B8C-8323-C7CA8A4DE049}" dt="2026-10-02T06:20:44.248" v="2660" actId="27636"/>
          <ac:spMkLst>
            <pc:docMk/>
            <pc:sldMk cId="2818470313" sldId="277"/>
            <ac:spMk id="6" creationId="{1F0138A2-8986-0A54-EA1A-7CE9FFB3DC0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7" creationId="{AE28F0B0-53A3-B8BD-2A41-3230B2C9224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8" creationId="{874157C6-0863-55C9-CA37-DCFE7024D49A}"/>
          </ac:spMkLst>
        </pc:spChg>
      </pc:sldChg>
      <pc:sldChg chg="addSp del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831048517" sldId="278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31048517" sldId="278"/>
            <ac:spMk id="5" creationId="{8ACAE3B1-651F-75B8-DCC3-6D0CB7F8074D}"/>
          </ac:spMkLst>
        </pc:spChg>
        <pc:spChg chg="mo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6" creationId="{75C0FD4A-0AEF-D428-1CA2-475B25EB4E82}"/>
          </ac:spMkLst>
        </pc:spChg>
        <pc:spChg chg="mod">
          <ac:chgData name="Shahidah Abd Salam" userId="fa9272f4-7e27-4009-8d57-6419776d6d11" providerId="ADAL" clId="{50F58571-60FC-4B8C-8323-C7CA8A4DE049}" dt="2026-10-02T06:35:57.115" v="2804" actId="113"/>
          <ac:spMkLst>
            <pc:docMk/>
            <pc:sldMk cId="3831048517" sldId="278"/>
            <ac:spMk id="7" creationId="{EA90D602-4659-0BC8-9F6B-C0642B721D6C}"/>
          </ac:spMkLst>
        </pc:spChg>
        <pc:spChg chg="mo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11" creationId="{5FBB8221-2484-FC18-AF9B-2868FD538035}"/>
          </ac:spMkLst>
        </pc:spChg>
        <pc:spChg chg="ad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201" creationId="{00000000-0000-0000-0000-000000000000}"/>
          </ac:spMkLst>
        </pc:spChg>
      </pc:sldChg>
      <pc:sldChg chg="addSp delSp modSp mod modClrScheme modShow chgLayout">
        <pc:chgData name="Shahidah Abd Salam" userId="fa9272f4-7e27-4009-8d57-6419776d6d11" providerId="ADAL" clId="{50F58571-60FC-4B8C-8323-C7CA8A4DE049}" dt="2026-10-09T04:03:31.617" v="4370" actId="20577"/>
        <pc:sldMkLst>
          <pc:docMk/>
          <pc:sldMk cId="3585833324" sldId="279"/>
        </pc:sldMkLst>
        <pc:spChg chg="mod">
          <ac:chgData name="Shahidah Abd Salam" userId="fa9272f4-7e27-4009-8d57-6419776d6d11" providerId="ADAL" clId="{50F58571-60FC-4B8C-8323-C7CA8A4DE049}" dt="2026-10-02T06:39:42.601" v="2814" actId="113"/>
          <ac:spMkLst>
            <pc:docMk/>
            <pc:sldMk cId="3585833324" sldId="279"/>
            <ac:spMk id="5" creationId="{DA4D2E0D-8499-27FE-C5EE-A380A707C62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6" creationId="{075E1EF6-449E-1483-4AAC-5DEC1DCC8FF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8" creationId="{5F474BB7-BE64-18E5-AFAC-6EDCAE8238D8}"/>
          </ac:spMkLst>
        </pc:spChg>
        <pc:spChg chg="mod">
          <ac:chgData name="Shahidah Abd Salam" userId="fa9272f4-7e27-4009-8d57-6419776d6d11" providerId="ADAL" clId="{50F58571-60FC-4B8C-8323-C7CA8A4DE049}" dt="2026-10-09T03:59:05.881" v="4357" actId="1076"/>
          <ac:spMkLst>
            <pc:docMk/>
            <pc:sldMk cId="3585833324" sldId="279"/>
            <ac:spMk id="11" creationId="{38C2F039-6583-4BE0-F9A5-4FC53399583B}"/>
          </ac:spMkLst>
        </pc:spChg>
        <pc:spChg chg="mod">
          <ac:chgData name="Shahidah Abd Salam" userId="fa9272f4-7e27-4009-8d57-6419776d6d11" providerId="ADAL" clId="{50F58571-60FC-4B8C-8323-C7CA8A4DE049}" dt="2026-10-09T04:03:31.617" v="4370" actId="20577"/>
          <ac:spMkLst>
            <pc:docMk/>
            <pc:sldMk cId="3585833324" sldId="279"/>
            <ac:spMk id="12" creationId="{43B2CAA2-C84D-AE12-ECFE-EDAAE21F7C2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20" creationId="{1EA39556-CCA3-7FE6-7C99-EF5ECEFC469A}"/>
          </ac:spMkLst>
        </pc:spChg>
        <pc:picChg chg="mod">
          <ac:chgData name="Shahidah Abd Salam" userId="fa9272f4-7e27-4009-8d57-6419776d6d11" providerId="ADAL" clId="{50F58571-60FC-4B8C-8323-C7CA8A4DE049}" dt="2026-10-09T04:02:01.166" v="4359" actId="26606"/>
          <ac:picMkLst>
            <pc:docMk/>
            <pc:sldMk cId="3585833324" sldId="279"/>
            <ac:picMk id="2" creationId="{2DDB8B6E-114C-C4EC-C69D-D085551A333F}"/>
          </ac:picMkLst>
        </pc:picChg>
        <pc:picChg chg="mod">
          <ac:chgData name="Shahidah Abd Salam" userId="fa9272f4-7e27-4009-8d57-6419776d6d11" providerId="ADAL" clId="{50F58571-60FC-4B8C-8323-C7CA8A4DE049}" dt="2026-10-02T02:12:19.234" v="2461" actId="1037"/>
          <ac:picMkLst>
            <pc:docMk/>
            <pc:sldMk cId="3585833324" sldId="279"/>
            <ac:picMk id="9" creationId="{BEA2DD84-2F16-4F87-E902-E563A8B430DE}"/>
          </ac:picMkLst>
        </pc:picChg>
        <pc:picChg chg="mod">
          <ac:chgData name="Shahidah Abd Salam" userId="fa9272f4-7e27-4009-8d57-6419776d6d11" providerId="ADAL" clId="{50F58571-60FC-4B8C-8323-C7CA8A4DE049}" dt="2026-10-02T08:12:26.029" v="2904" actId="26606"/>
          <ac:picMkLst>
            <pc:docMk/>
            <pc:sldMk cId="3585833324" sldId="279"/>
            <ac:picMk id="17" creationId="{7921635D-6DB3-FFC7-09EC-9C416841E188}"/>
          </ac:picMkLst>
        </pc:picChg>
      </pc:sldChg>
      <pc:sldChg chg="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0" sldId="280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3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0"/>
            <ac:picMk id="6" creationId="{00000000-0000-0000-0000-000000000000}"/>
          </ac:picMkLst>
        </pc:pic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0"/>
            <ac:picMk id="11" creationId="{00000000-0000-0000-0000-000000000000}"/>
          </ac:picMkLst>
        </pc:picChg>
      </pc:sldChg>
      <pc:sldChg chg="delSp modSp mod modClrScheme modShow chgLayout">
        <pc:chgData name="Shahidah Abd Salam" userId="fa9272f4-7e27-4009-8d57-6419776d6d11" providerId="ADAL" clId="{50F58571-60FC-4B8C-8323-C7CA8A4DE049}" dt="2026-10-09T03:48:03.048" v="4349" actId="26606"/>
        <pc:sldMkLst>
          <pc:docMk/>
          <pc:sldMk cId="4257312755" sldId="28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257312755" sldId="281"/>
            <ac:spMk id="5" creationId="{B69846EC-63E0-FC5D-5DE0-2BB08C8696F5}"/>
          </ac:spMkLst>
        </pc:spChg>
        <pc:spChg chg="mod">
          <ac:chgData name="Shahidah Abd Salam" userId="fa9272f4-7e27-4009-8d57-6419776d6d11" providerId="ADAL" clId="{50F58571-60FC-4B8C-8323-C7CA8A4DE049}" dt="2026-10-02T06:39:48.187" v="2816" actId="207"/>
          <ac:spMkLst>
            <pc:docMk/>
            <pc:sldMk cId="4257312755" sldId="281"/>
            <ac:spMk id="6" creationId="{C689439F-9397-2593-95A9-505AD41D37E5}"/>
          </ac:spMkLst>
        </pc:spChg>
        <pc:picChg chg="mod">
          <ac:chgData name="Shahidah Abd Salam" userId="fa9272f4-7e27-4009-8d57-6419776d6d11" providerId="ADAL" clId="{50F58571-60FC-4B8C-8323-C7CA8A4DE049}" dt="2026-10-09T03:13:26.534" v="4344" actId="26606"/>
          <ac:picMkLst>
            <pc:docMk/>
            <pc:sldMk cId="4257312755" sldId="281"/>
            <ac:picMk id="11" creationId="{8F73BD69-3994-3EA0-FAF6-4B6A4E54735C}"/>
          </ac:picMkLst>
        </pc:picChg>
      </pc:sldChg>
      <pc:sldChg chg="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0" sldId="28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30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2"/>
            <ac:picMk id="29" creationId="{00000000-0000-0000-0000-000000000000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633677772" sldId="283"/>
        </pc:sldMkLst>
        <pc:spChg chg="add mod">
          <ac:chgData name="Shahidah Abd Salam" userId="fa9272f4-7e27-4009-8d57-6419776d6d11" providerId="ADAL" clId="{50F58571-60FC-4B8C-8323-C7CA8A4DE049}" dt="2026-10-02T08:06:38.789" v="2902" actId="207"/>
          <ac:spMkLst>
            <pc:docMk/>
            <pc:sldMk cId="633677772" sldId="283"/>
            <ac:spMk id="2" creationId="{D6683336-C8A6-348C-08ED-92870AC22D9B}"/>
          </ac:spMkLst>
        </pc:spChg>
        <pc:spChg chg="add mod ord">
          <ac:chgData name="Shahidah Abd Salam" userId="fa9272f4-7e27-4009-8d57-6419776d6d11" providerId="ADAL" clId="{50F58571-60FC-4B8C-8323-C7CA8A4DE049}" dt="2026-10-02T08:06:04.070" v="2888" actId="20577"/>
          <ac:spMkLst>
            <pc:docMk/>
            <pc:sldMk cId="633677772" sldId="283"/>
            <ac:spMk id="13" creationId="{0B5CEF12-FEFD-E55C-CFD5-989DC915859A}"/>
          </ac:spMkLst>
        </pc:spChg>
      </pc:sldChg>
      <pc:sldChg chg="delSp modSp mod">
        <pc:chgData name="Shahidah Abd Salam" userId="fa9272f4-7e27-4009-8d57-6419776d6d11" providerId="ADAL" clId="{50F58571-60FC-4B8C-8323-C7CA8A4DE049}" dt="2026-10-01T08:24:58.435" v="392" actId="14100"/>
        <pc:sldMkLst>
          <pc:docMk/>
          <pc:sldMk cId="1733415637" sldId="284"/>
        </pc:sldMkLst>
        <pc:picChg chg="mod">
          <ac:chgData name="Shahidah Abd Salam" userId="fa9272f4-7e27-4009-8d57-6419776d6d11" providerId="ADAL" clId="{50F58571-60FC-4B8C-8323-C7CA8A4DE049}" dt="2026-10-01T08:24:58.435" v="392" actId="14100"/>
          <ac:picMkLst>
            <pc:docMk/>
            <pc:sldMk cId="1733415637" sldId="284"/>
            <ac:picMk id="3" creationId="{44C31122-3775-50CF-195A-889BA8D7A8C5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28:58.538" v="749" actId="113"/>
        <pc:sldMkLst>
          <pc:docMk/>
          <pc:sldMk cId="4051054812" sldId="285"/>
        </pc:sldMkLst>
        <pc:spChg chg="add mod ord">
          <ac:chgData name="Shahidah Abd Salam" userId="fa9272f4-7e27-4009-8d57-6419776d6d11" providerId="ADAL" clId="{50F58571-60FC-4B8C-8323-C7CA8A4DE049}" dt="2026-10-01T08:26:14.597" v="469" actId="20577"/>
          <ac:spMkLst>
            <pc:docMk/>
            <pc:sldMk cId="4051054812" sldId="285"/>
            <ac:spMk id="3" creationId="{4DEAFC3F-FF83-E07F-4BE4-8986829A43E6}"/>
          </ac:spMkLst>
        </pc:spChg>
        <pc:spChg chg="add mod ord">
          <ac:chgData name="Shahidah Abd Salam" userId="fa9272f4-7e27-4009-8d57-6419776d6d11" providerId="ADAL" clId="{50F58571-60FC-4B8C-8323-C7CA8A4DE049}" dt="2026-10-01T08:28:58.538" v="749" actId="113"/>
          <ac:spMkLst>
            <pc:docMk/>
            <pc:sldMk cId="4051054812" sldId="285"/>
            <ac:spMk id="6" creationId="{3BF80401-156F-684F-D35A-6591B9B8C453}"/>
          </ac:spMkLst>
        </pc:spChg>
        <pc:picChg chg="add mod">
          <ac:chgData name="Shahidah Abd Salam" userId="fa9272f4-7e27-4009-8d57-6419776d6d11" providerId="ADAL" clId="{50F58571-60FC-4B8C-8323-C7CA8A4DE049}" dt="2026-10-01T08:28:31.338" v="744" actId="1076"/>
          <ac:picMkLst>
            <pc:docMk/>
            <pc:sldMk cId="4051054812" sldId="285"/>
            <ac:picMk id="8" creationId="{5B5ACA13-BF57-81C9-1EED-ED02C0BA3926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0:50.146" v="851" actId="1076"/>
        <pc:sldMkLst>
          <pc:docMk/>
          <pc:sldMk cId="2352577247" sldId="286"/>
        </pc:sldMkLst>
        <pc:spChg chg="add mod ord">
          <ac:chgData name="Shahidah Abd Salam" userId="fa9272f4-7e27-4009-8d57-6419776d6d11" providerId="ADAL" clId="{50F58571-60FC-4B8C-8323-C7CA8A4DE049}" dt="2026-10-01T08:29:17.832" v="782" actId="113"/>
          <ac:spMkLst>
            <pc:docMk/>
            <pc:sldMk cId="2352577247" sldId="286"/>
            <ac:spMk id="4" creationId="{339BE2D7-10A6-ABBC-2AF4-2E223D0B45FD}"/>
          </ac:spMkLst>
        </pc:spChg>
        <pc:spChg chg="add mod ord">
          <ac:chgData name="Shahidah Abd Salam" userId="fa9272f4-7e27-4009-8d57-6419776d6d11" providerId="ADAL" clId="{50F58571-60FC-4B8C-8323-C7CA8A4DE049}" dt="2026-10-01T08:29:51.698" v="838" actId="113"/>
          <ac:spMkLst>
            <pc:docMk/>
            <pc:sldMk cId="2352577247" sldId="286"/>
            <ac:spMk id="6" creationId="{38743E8D-86C8-CF9C-DCC9-5F41E5BF12DC}"/>
          </ac:spMkLst>
        </pc:spChg>
        <pc:picChg chg="add mod">
          <ac:chgData name="Shahidah Abd Salam" userId="fa9272f4-7e27-4009-8d57-6419776d6d11" providerId="ADAL" clId="{50F58571-60FC-4B8C-8323-C7CA8A4DE049}" dt="2026-10-01T08:30:50.146" v="851" actId="1076"/>
          <ac:picMkLst>
            <pc:docMk/>
            <pc:sldMk cId="2352577247" sldId="286"/>
            <ac:picMk id="8" creationId="{5A4CEBC3-7586-D977-D94D-C3C9712E2167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4:31.159" v="978" actId="207"/>
        <pc:sldMkLst>
          <pc:docMk/>
          <pc:sldMk cId="3203652752" sldId="287"/>
        </pc:sldMkLst>
        <pc:spChg chg="add mod ord">
          <ac:chgData name="Shahidah Abd Salam" userId="fa9272f4-7e27-4009-8d57-6419776d6d11" providerId="ADAL" clId="{50F58571-60FC-4B8C-8323-C7CA8A4DE049}" dt="2026-10-01T08:34:31.159" v="978" actId="207"/>
          <ac:spMkLst>
            <pc:docMk/>
            <pc:sldMk cId="3203652752" sldId="287"/>
            <ac:spMk id="4" creationId="{84E4A9E3-ABCB-6E98-19F6-7ED29E852D7E}"/>
          </ac:spMkLst>
        </pc:spChg>
        <pc:spChg chg="add mod ord">
          <ac:chgData name="Shahidah Abd Salam" userId="fa9272f4-7e27-4009-8d57-6419776d6d11" providerId="ADAL" clId="{50F58571-60FC-4B8C-8323-C7CA8A4DE049}" dt="2026-10-01T08:33:21.966" v="963" actId="113"/>
          <ac:spMkLst>
            <pc:docMk/>
            <pc:sldMk cId="3203652752" sldId="287"/>
            <ac:spMk id="6" creationId="{FCBE951F-40B1-4D26-0A98-4E1801B12EF6}"/>
          </ac:spMkLst>
        </pc:spChg>
        <pc:picChg chg="add mod">
          <ac:chgData name="Shahidah Abd Salam" userId="fa9272f4-7e27-4009-8d57-6419776d6d11" providerId="ADAL" clId="{50F58571-60FC-4B8C-8323-C7CA8A4DE049}" dt="2026-10-01T08:34:23.195" v="975" actId="1076"/>
          <ac:picMkLst>
            <pc:docMk/>
            <pc:sldMk cId="3203652752" sldId="287"/>
            <ac:picMk id="8" creationId="{C91895AC-25B8-5BC0-266B-DE09DCE71AD3}"/>
          </ac:picMkLst>
        </pc:picChg>
      </pc:sldChg>
      <pc:sldChg chg="add del">
        <pc:chgData name="Shahidah Abd Salam" userId="fa9272f4-7e27-4009-8d57-6419776d6d11" providerId="ADAL" clId="{50F58571-60FC-4B8C-8323-C7CA8A4DE049}" dt="2026-10-09T09:42:35.069" v="4562" actId="26606"/>
        <pc:sldMkLst>
          <pc:docMk/>
          <pc:sldMk cId="4064619222" sldId="288"/>
        </pc:sldMkLst>
      </pc:sldChg>
      <pc:sldChg chg="addSp delSp modSp mod modClrScheme chgLayout">
        <pc:chgData name="Shahidah Abd Salam" userId="fa9272f4-7e27-4009-8d57-6419776d6d11" providerId="ADAL" clId="{50F58571-60FC-4B8C-8323-C7CA8A4DE049}" dt="2026-10-01T08:37:29.323" v="1062" actId="2085"/>
        <pc:sldMkLst>
          <pc:docMk/>
          <pc:sldMk cId="1886707614" sldId="289"/>
        </pc:sldMkLst>
        <pc:spChg chg="add mod">
          <ac:chgData name="Shahidah Abd Salam" userId="fa9272f4-7e27-4009-8d57-6419776d6d11" providerId="ADAL" clId="{50F58571-60FC-4B8C-8323-C7CA8A4DE049}" dt="2026-10-01T08:37:29.323" v="1062" actId="2085"/>
          <ac:spMkLst>
            <pc:docMk/>
            <pc:sldMk cId="1886707614" sldId="289"/>
            <ac:spMk id="7" creationId="{5EB3F6C2-9F82-3906-AF26-AA3CF55E9D82}"/>
          </ac:spMkLst>
        </pc:spChg>
        <pc:picChg chg="mod">
          <ac:chgData name="Shahidah Abd Salam" userId="fa9272f4-7e27-4009-8d57-6419776d6d11" providerId="ADAL" clId="{50F58571-60FC-4B8C-8323-C7CA8A4DE049}" dt="2026-10-01T08:36:05.876" v="1019" actId="1076"/>
          <ac:picMkLst>
            <pc:docMk/>
            <pc:sldMk cId="1886707614" sldId="289"/>
            <ac:picMk id="3" creationId="{FB213596-FA7F-F232-6E0F-2B7B892A405A}"/>
          </ac:picMkLst>
        </pc:picChg>
      </pc:sldChg>
      <pc:sldChg chg="modSp add del mod">
        <pc:chgData name="Shahidah Abd Salam" userId="fa9272f4-7e27-4009-8d57-6419776d6d11" providerId="ADAL" clId="{50F58571-60FC-4B8C-8323-C7CA8A4DE049}" dt="2026-10-09T09:42:35.219" v="4563" actId="27636"/>
        <pc:sldMkLst>
          <pc:docMk/>
          <pc:sldMk cId="963520320" sldId="290"/>
        </pc:sldMkLst>
        <pc:spChg chg="mod">
          <ac:chgData name="Shahidah Abd Salam" userId="fa9272f4-7e27-4009-8d57-6419776d6d11" providerId="ADAL" clId="{50F58571-60FC-4B8C-8323-C7CA8A4DE049}" dt="2026-10-09T09:42:35.219" v="4563" actId="27636"/>
          <ac:spMkLst>
            <pc:docMk/>
            <pc:sldMk cId="963520320" sldId="290"/>
            <ac:spMk id="13" creationId="{20C3E23E-D6DD-6B03-9D82-9752BE9D8536}"/>
          </ac:spMkLst>
        </pc:spChg>
      </pc:sldChg>
      <pc:sldChg chg="addSp delSp modSp mod modClrScheme chgLayout">
        <pc:chgData name="Shahidah Abd Salam" userId="fa9272f4-7e27-4009-8d57-6419776d6d11" providerId="ADAL" clId="{50F58571-60FC-4B8C-8323-C7CA8A4DE049}" dt="2026-10-01T08:37:36.480" v="1063" actId="22"/>
        <pc:sldMkLst>
          <pc:docMk/>
          <pc:sldMk cId="4033416603" sldId="291"/>
        </pc:sldMkLst>
        <pc:spChg chg="add">
          <ac:chgData name="Shahidah Abd Salam" userId="fa9272f4-7e27-4009-8d57-6419776d6d11" providerId="ADAL" clId="{50F58571-60FC-4B8C-8323-C7CA8A4DE049}" dt="2026-10-01T08:37:36.480" v="1063" actId="22"/>
          <ac:spMkLst>
            <pc:docMk/>
            <pc:sldMk cId="4033416603" sldId="291"/>
            <ac:spMk id="8" creationId="{F64FC680-8722-F39A-A377-E7E44C2225B2}"/>
          </ac:spMkLst>
        </pc:spChg>
        <pc:picChg chg="mod">
          <ac:chgData name="Shahidah Abd Salam" userId="fa9272f4-7e27-4009-8d57-6419776d6d11" providerId="ADAL" clId="{50F58571-60FC-4B8C-8323-C7CA8A4DE049}" dt="2026-10-01T08:37:08.786" v="1059" actId="14100"/>
          <ac:picMkLst>
            <pc:docMk/>
            <pc:sldMk cId="4033416603" sldId="291"/>
            <ac:picMk id="3" creationId="{8F7E49F5-1B4A-885C-65BE-28ABD32495C0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8:14.278" v="1070" actId="22"/>
        <pc:sldMkLst>
          <pc:docMk/>
          <pc:sldMk cId="829898781" sldId="292"/>
        </pc:sldMkLst>
        <pc:spChg chg="add">
          <ac:chgData name="Shahidah Abd Salam" userId="fa9272f4-7e27-4009-8d57-6419776d6d11" providerId="ADAL" clId="{50F58571-60FC-4B8C-8323-C7CA8A4DE049}" dt="2026-10-01T08:38:14.278" v="1070" actId="22"/>
          <ac:spMkLst>
            <pc:docMk/>
            <pc:sldMk cId="829898781" sldId="292"/>
            <ac:spMk id="9" creationId="{4E8C0F54-55C6-CE89-B2FB-120FD77F5059}"/>
          </ac:spMkLst>
        </pc:spChg>
        <pc:picChg chg="mod">
          <ac:chgData name="Shahidah Abd Salam" userId="fa9272f4-7e27-4009-8d57-6419776d6d11" providerId="ADAL" clId="{50F58571-60FC-4B8C-8323-C7CA8A4DE049}" dt="2026-10-01T08:38:06.008" v="1069" actId="14100"/>
          <ac:picMkLst>
            <pc:docMk/>
            <pc:sldMk cId="829898781" sldId="292"/>
            <ac:picMk id="4" creationId="{3BA9DC82-7D44-1AF0-6B60-CABA023FE316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113826139" sldId="293"/>
        </pc:sldMkLst>
        <pc:spChg chg="add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13826139" sldId="293"/>
            <ac:spMk id="8" creationId="{9F9668F8-459D-B818-4455-121A4658C9F1}"/>
          </ac:spMkLst>
        </pc:spChg>
        <pc:picChg chg="mod">
          <ac:chgData name="Shahidah Abd Salam" userId="fa9272f4-7e27-4009-8d57-6419776d6d11" providerId="ADAL" clId="{50F58571-60FC-4B8C-8323-C7CA8A4DE049}" dt="2026-10-01T08:38:45.911" v="1076" actId="14100"/>
          <ac:picMkLst>
            <pc:docMk/>
            <pc:sldMk cId="1113826139" sldId="293"/>
            <ac:picMk id="3" creationId="{C769BF82-599C-05F9-92C7-44F36F48C34E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179212630" sldId="294"/>
        </pc:sldMkLst>
        <pc:spChg chg="add mod or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179212630" sldId="294"/>
            <ac:spMk id="3" creationId="{9F2F7A53-80CD-DB59-6D8C-E9B3910209E3}"/>
          </ac:spMkLst>
        </pc:spChg>
      </pc:sldChg>
      <pc:sldChg chg="addSp delSp modSp add mod ord modShow modNotes modNotesTx">
        <pc:chgData name="Shahidah Abd Salam" userId="fa9272f4-7e27-4009-8d57-6419776d6d11" providerId="ADAL" clId="{50F58571-60FC-4B8C-8323-C7CA8A4DE049}" dt="2026-10-04T16:56:52.644" v="3891" actId="729"/>
        <pc:sldMkLst>
          <pc:docMk/>
          <pc:sldMk cId="471637218" sldId="295"/>
        </pc:sldMkLst>
        <pc:spChg chg="mod">
          <ac:chgData name="Shahidah Abd Salam" userId="fa9272f4-7e27-4009-8d57-6419776d6d11" providerId="ADAL" clId="{50F58571-60FC-4B8C-8323-C7CA8A4DE049}" dt="2026-10-02T09:15:41.885" v="3287" actId="20577"/>
          <ac:spMkLst>
            <pc:docMk/>
            <pc:sldMk cId="471637218" sldId="295"/>
            <ac:spMk id="2" creationId="{8F325BFA-9A12-6FCF-D229-A0DD67BE58F3}"/>
          </ac:spMkLst>
        </pc:spChg>
        <pc:spChg chg="add 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6" creationId="{00000000-0000-0000-0000-000000000000}"/>
          </ac:spMkLst>
        </pc:spChg>
        <pc:spChg chg="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4" creationId="{00000000-0000-0000-0000-000000000000}"/>
          </ac:spMkLst>
        </pc:spChg>
        <pc:spChg chg="add 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5" creationId="{00000000-0000-0000-0000-000000000000}"/>
          </ac:spMkLst>
        </pc:spChg>
        <pc:spChg chg="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6" creationId="{00000000-0000-0000-0000-000000000000}"/>
          </ac:spMkLst>
        </pc:spChg>
        <pc:spChg chg="add del mod">
          <ac:chgData name="Shahidah Abd Salam" userId="fa9272f4-7e27-4009-8d57-6419776d6d11" providerId="ADAL" clId="{50F58571-60FC-4B8C-8323-C7CA8A4DE049}" dt="2026-10-02T09:20:03.251" v="3299" actId="20577"/>
          <ac:spMkLst>
            <pc:docMk/>
            <pc:sldMk cId="471637218" sldId="295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3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3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3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4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4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4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6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86" creationId="{00000000-0000-0000-0000-000000000000}"/>
          </ac:spMkLst>
        </pc:spChg>
        <pc:picChg chg="add mod">
          <ac:chgData name="Shahidah Abd Salam" userId="fa9272f4-7e27-4009-8d57-6419776d6d11" providerId="ADAL" clId="{50F58571-60FC-4B8C-8323-C7CA8A4DE049}" dt="2026-10-02T09:26:55.570" v="3311" actId="1076"/>
          <ac:picMkLst>
            <pc:docMk/>
            <pc:sldMk cId="471637218" sldId="295"/>
            <ac:picMk id="75" creationId="{00000000-0000-0000-0000-000000000000}"/>
          </ac:picMkLst>
        </pc:picChg>
        <pc:picChg chg="add">
          <ac:chgData name="Shahidah Abd Salam" userId="fa9272f4-7e27-4009-8d57-6419776d6d11" providerId="ADAL" clId="{50F58571-60FC-4B8C-8323-C7CA8A4DE049}" dt="2026-10-02T09:25:57.735" v="3306" actId="26606"/>
          <ac:picMkLst>
            <pc:docMk/>
            <pc:sldMk cId="471637218" sldId="295"/>
            <ac:picMk id="76" creationId="{00000000-0000-0000-0000-000000000000}"/>
          </ac:picMkLst>
        </pc:picChg>
        <pc:picChg chg="add">
          <ac:chgData name="Shahidah Abd Salam" userId="fa9272f4-7e27-4009-8d57-6419776d6d11" providerId="ADAL" clId="{50F58571-60FC-4B8C-8323-C7CA8A4DE049}" dt="2026-10-02T09:25:57.735" v="3306" actId="26606"/>
          <ac:picMkLst>
            <pc:docMk/>
            <pc:sldMk cId="471637218" sldId="295"/>
            <ac:picMk id="77" creationId="{00000000-0000-0000-0000-000000000000}"/>
          </ac:picMkLst>
        </pc:picChg>
      </pc:sldChg>
      <pc:sldChg chg="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492233997" sldId="296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492233997" sldId="296"/>
            <ac:spMk id="5" creationId="{7B048380-A7AB-90B8-53E1-22818B461C40}"/>
          </ac:spMkLst>
        </pc:spChg>
        <pc:spChg chg="mod">
          <ac:chgData name="Shahidah Abd Salam" userId="fa9272f4-7e27-4009-8d57-6419776d6d11" providerId="ADAL" clId="{50F58571-60FC-4B8C-8323-C7CA8A4DE049}" dt="2026-10-02T06:20:44.224" v="2656" actId="27636"/>
          <ac:spMkLst>
            <pc:docMk/>
            <pc:sldMk cId="2492233997" sldId="296"/>
            <ac:spMk id="6" creationId="{317523C0-B055-EBF9-F383-AA32D6C1AF6D}"/>
          </ac:spMkLst>
        </pc:spChg>
        <pc:spChg chg="mod">
          <ac:chgData name="Shahidah Abd Salam" userId="fa9272f4-7e27-4009-8d57-6419776d6d11" providerId="ADAL" clId="{50F58571-60FC-4B8C-8323-C7CA8A4DE049}" dt="2026-10-02T06:39:33.419" v="2812" actId="207"/>
          <ac:spMkLst>
            <pc:docMk/>
            <pc:sldMk cId="2492233997" sldId="296"/>
            <ac:spMk id="7" creationId="{37320EA8-1FA4-9DF8-FB41-D59DEF190C23}"/>
          </ac:spMkLst>
        </pc:spChg>
      </pc:sldChg>
      <pc:sldChg chg="delSp 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166275023" sldId="297"/>
        </pc:sldMkLst>
        <pc:spChg chg="mod">
          <ac:chgData name="Shahidah Abd Salam" userId="fa9272f4-7e27-4009-8d57-6419776d6d11" providerId="ADAL" clId="{50F58571-60FC-4B8C-8323-C7CA8A4DE049}" dt="2026-10-02T06:16:54.709" v="2634" actId="1076"/>
          <ac:spMkLst>
            <pc:docMk/>
            <pc:sldMk cId="2166275023" sldId="297"/>
            <ac:spMk id="5" creationId="{DDBD7E9E-A1FA-2B3E-7F86-06A0FA1BEE80}"/>
          </ac:spMkLst>
        </pc:spChg>
        <pc:spChg chg="mod">
          <ac:chgData name="Shahidah Abd Salam" userId="fa9272f4-7e27-4009-8d57-6419776d6d11" providerId="ADAL" clId="{50F58571-60FC-4B8C-8323-C7CA8A4DE049}" dt="2026-10-02T06:39:56.505" v="2818" actId="113"/>
          <ac:spMkLst>
            <pc:docMk/>
            <pc:sldMk cId="2166275023" sldId="297"/>
            <ac:spMk id="6" creationId="{29523ED6-A087-BF1D-AD6F-EDF1259589C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166275023" sldId="297"/>
            <ac:spMk id="7" creationId="{32C1ED63-5FC1-35D1-0BD1-7465B1D69476}"/>
          </ac:spMkLst>
        </pc:spChg>
      </pc:sldChg>
      <pc:sldChg chg="modSp mod modShow">
        <pc:chgData name="Shahidah Abd Salam" userId="fa9272f4-7e27-4009-8d57-6419776d6d11" providerId="ADAL" clId="{50F58571-60FC-4B8C-8323-C7CA8A4DE049}" dt="2026-10-09T09:42:35.069" v="4562" actId="26606"/>
        <pc:sldMkLst>
          <pc:docMk/>
          <pc:sldMk cId="822415186" sldId="298"/>
        </pc:sldMkLst>
        <pc:spChg chg="mod">
          <ac:chgData name="Shahidah Abd Salam" userId="fa9272f4-7e27-4009-8d57-6419776d6d11" providerId="ADAL" clId="{50F58571-60FC-4B8C-8323-C7CA8A4DE049}" dt="2026-10-02T06:40:35.020" v="2849" actId="1036"/>
          <ac:spMkLst>
            <pc:docMk/>
            <pc:sldMk cId="822415186" sldId="298"/>
            <ac:spMk id="2" creationId="{A9935B20-92DC-173C-34BA-CBA94057136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5" creationId="{106DA5A2-D2D9-7209-E913-D7B3525B699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6" creationId="{460C2D4A-6E79-859C-FF22-E50EFC2091B3}"/>
          </ac:spMkLst>
        </pc:spChg>
        <pc:spChg chg="mod">
          <ac:chgData name="Shahidah Abd Salam" userId="fa9272f4-7e27-4009-8d57-6419776d6d11" providerId="ADAL" clId="{50F58571-60FC-4B8C-8323-C7CA8A4DE049}" dt="2026-10-02T06:40:05.680" v="2820" actId="207"/>
          <ac:spMkLst>
            <pc:docMk/>
            <pc:sldMk cId="822415186" sldId="298"/>
            <ac:spMk id="7" creationId="{B4FE08A5-330B-33BF-2800-4804E65D232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10" creationId="{4824061E-FFCE-D648-EA7C-219A4856E19C}"/>
          </ac:spMkLst>
        </pc:spChg>
        <pc:picChg chg="mod">
          <ac:chgData name="Shahidah Abd Salam" userId="fa9272f4-7e27-4009-8d57-6419776d6d11" providerId="ADAL" clId="{50F58571-60FC-4B8C-8323-C7CA8A4DE049}" dt="2026-10-09T09:42:35.069" v="4562" actId="26606"/>
          <ac:picMkLst>
            <pc:docMk/>
            <pc:sldMk cId="822415186" sldId="298"/>
            <ac:picMk id="8" creationId="{4FEB5F6A-BC43-4491-2BF5-649C8121AD2F}"/>
          </ac:picMkLst>
        </pc:picChg>
      </pc:sldChg>
      <pc:sldChg chg="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991187688" sldId="29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5" creationId="{A46F45FD-1F04-DF8F-791C-D109B87B04E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6" creationId="{F3589CDD-9248-85D3-4D54-E9A652E404C2}"/>
          </ac:spMkLst>
        </pc:spChg>
        <pc:spChg chg="mod">
          <ac:chgData name="Shahidah Abd Salam" userId="fa9272f4-7e27-4009-8d57-6419776d6d11" providerId="ADAL" clId="{50F58571-60FC-4B8C-8323-C7CA8A4DE049}" dt="2026-10-02T06:40:11.978" v="2822" actId="207"/>
          <ac:spMkLst>
            <pc:docMk/>
            <pc:sldMk cId="991187688" sldId="299"/>
            <ac:spMk id="7" creationId="{D8C3120D-78CB-2273-77A2-3E1206F245D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9" creationId="{716870FF-9CCE-B4AE-5BD3-5DB76B558EE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5" creationId="{6FE7341E-9C68-2E53-5CED-81F7A042FCE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6" creationId="{16224949-D640-6347-C100-8B214CA4A48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7" creationId="{CE2D8DA0-28CB-30DF-D965-332FEB463AD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8" creationId="{2543A3E0-EB01-304B-4FB7-B8450A98741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9" creationId="{607BFDB8-612E-0BA9-61C1-A41DA733CD03}"/>
          </ac:spMkLst>
        </pc:spChg>
      </pc:sldChg>
      <pc:sldChg chg="delSp new mod modClrScheme chgLayout">
        <pc:chgData name="Shahidah Abd Salam" userId="fa9272f4-7e27-4009-8d57-6419776d6d11" providerId="ADAL" clId="{50F58571-60FC-4B8C-8323-C7CA8A4DE049}" dt="2026-10-01T09:02:48.983" v="1412" actId="700"/>
        <pc:sldMkLst>
          <pc:docMk/>
          <pc:sldMk cId="485326313" sldId="300"/>
        </pc:sldMkLst>
      </pc:sldChg>
      <pc:sldChg chg="modSp add mod">
        <pc:chgData name="Shahidah Abd Salam" userId="fa9272f4-7e27-4009-8d57-6419776d6d11" providerId="ADAL" clId="{50F58571-60FC-4B8C-8323-C7CA8A4DE049}" dt="2026-10-02T08:55:22.293" v="3186" actId="20577"/>
        <pc:sldMkLst>
          <pc:docMk/>
          <pc:sldMk cId="643553469" sldId="301"/>
        </pc:sldMkLst>
        <pc:spChg chg="mod">
          <ac:chgData name="Shahidah Abd Salam" userId="fa9272f4-7e27-4009-8d57-6419776d6d11" providerId="ADAL" clId="{50F58571-60FC-4B8C-8323-C7CA8A4DE049}" dt="2026-10-02T08:55:22.293" v="3186" actId="20577"/>
          <ac:spMkLst>
            <pc:docMk/>
            <pc:sldMk cId="643553469" sldId="301"/>
            <ac:spMk id="2" creationId="{6FE12354-71E0-5B7B-CAFA-9AAC6E20C70E}"/>
          </ac:spMkLst>
        </pc:spChg>
      </pc:sldChg>
      <pc:sldChg chg="modSp mod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3464984194" sldId="302"/>
        </pc:sldMkLst>
        <pc:spChg chg="mod">
          <ac:chgData name="Shahidah Abd Salam" userId="fa9272f4-7e27-4009-8d57-6419776d6d11" providerId="ADAL" clId="{50F58571-60FC-4B8C-8323-C7CA8A4DE049}" dt="2026-10-02T07:11:22.698" v="2853" actId="1076"/>
          <ac:spMkLst>
            <pc:docMk/>
            <pc:sldMk cId="3464984194" sldId="302"/>
            <ac:spMk id="2" creationId="{6FD1C8A8-E015-FF07-62B2-0F2BD8D7C50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464984194" sldId="302"/>
            <ac:spMk id="3" creationId="{C1994353-79CE-B091-C058-659058E8EB07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3" creationId="{3BB8FF13-CE4B-FD66-F190-600460B6C1C5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4" creationId="{01466334-E9D5-827D-9857-E0FF579016EC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5" creationId="{D9C6630B-EAE5-A10D-112C-CAA8FEE8F17F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6" creationId="{A197AC24-3C50-EB61-67CA-839EF65337A5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7" creationId="{7A919625-BD2B-7371-4294-EBBDCD2E386F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8" creationId="{841CF600-71EC-B904-7FE7-C86C3E78F346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9" creationId="{7CA55B32-C37E-E284-6D9A-3D676A62798A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30" creationId="{51AD3966-69A8-BBD7-E27F-7C0B9AD8B340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3464984194" sldId="302"/>
            <ac:spMk id="31" creationId="{A9371804-3651-08DB-E57E-76FE35CCFA2E}"/>
          </ac:spMkLst>
        </pc:spChg>
        <pc:picChg chg="mod">
          <ac:chgData name="Shahidah Abd Salam" userId="fa9272f4-7e27-4009-8d57-6419776d6d11" providerId="ADAL" clId="{50F58571-60FC-4B8C-8323-C7CA8A4DE049}" dt="2026-10-02T10:53:59.319" v="3883" actId="1076"/>
          <ac:picMkLst>
            <pc:docMk/>
            <pc:sldMk cId="3464984194" sldId="302"/>
            <ac:picMk id="22" creationId="{15723372-E2DD-19E1-1AC9-38425E12DE8E}"/>
          </ac:picMkLst>
        </pc:picChg>
      </pc:sldChg>
      <pc:sldChg chg="modSp mod ord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664440938" sldId="30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" creationId="{B2E00296-673F-CC92-2E38-0B27220D439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" creationId="{3794E194-E693-4567-17B5-7E6766E3D61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5" creationId="{A3128735-6D87-0E87-1AB5-A2037D4D109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0" creationId="{99E403DC-CB71-FC48-A7AB-43A4C812977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1" creationId="{735F3F32-4821-C8A3-7BB9-41745E407FB8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664440938" sldId="303"/>
            <ac:spMk id="25" creationId="{E21A9230-B2AA-202A-96A6-F06AC61D462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0" creationId="{DC806669-51EF-68C4-A22E-F38FA3DF2FD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3" creationId="{2FACC272-2F00-C5BC-E34E-8D1089661B6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5" creationId="{24E2891A-8F23-19FD-401D-7F90172779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8" creationId="{00601417-9111-629C-F254-506CA24F4CA7}"/>
          </ac:spMkLst>
        </pc:spChg>
      </pc:sldChg>
      <pc:sldChg chg="modSp mod modNotes">
        <pc:chgData name="Shahidah Abd Salam" userId="fa9272f4-7e27-4009-8d57-6419776d6d11" providerId="ADAL" clId="{50F58571-60FC-4B8C-8323-C7CA8A4DE049}" dt="2026-10-02T09:29:14.162" v="3321" actId="1440"/>
        <pc:sldMkLst>
          <pc:docMk/>
          <pc:sldMk cId="2385503925" sldId="30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3" creationId="{2F0EA0E5-F401-14C0-ED46-79F20551B80D}"/>
          </ac:spMkLst>
        </pc:spChg>
        <pc:spChg chg="mod">
          <ac:chgData name="Shahidah Abd Salam" userId="fa9272f4-7e27-4009-8d57-6419776d6d11" providerId="ADAL" clId="{50F58571-60FC-4B8C-8323-C7CA8A4DE049}" dt="2026-10-02T09:10:39.221" v="3214" actId="207"/>
          <ac:spMkLst>
            <pc:docMk/>
            <pc:sldMk cId="2385503925" sldId="304"/>
            <ac:spMk id="4" creationId="{323A16D2-C34F-990F-4870-5BF0CAC1718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6" creationId="{8284BC34-7D2A-176C-BC5A-8CCAAA68053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9" creationId="{4996904D-4547-1CD5-FC87-23437243A6B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2" creationId="{86808510-B45C-570E-2A5B-CE47CFF5443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5" creationId="{5E786E4C-2CD1-31E7-B9AF-A9B531AAEE8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8" creationId="{1BB3AF18-6FE2-877E-017E-989D3A953BE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9" creationId="{12741EAA-CB06-E04C-AD55-99D0E531BC9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1" creationId="{886D854B-5C38-D314-1701-F246FA5D71B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2" creationId="{B7A496B7-3874-5942-A619-9BFBC28D5BD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4" creationId="{A48DAF0D-226A-DA41-1E82-E46278B304C2}"/>
          </ac:spMkLst>
        </pc:spChg>
        <pc:picChg chg="mod">
          <ac:chgData name="Shahidah Abd Salam" userId="fa9272f4-7e27-4009-8d57-6419776d6d11" providerId="ADAL" clId="{50F58571-60FC-4B8C-8323-C7CA8A4DE049}" dt="2026-10-02T09:29:14.162" v="3321" actId="1440"/>
          <ac:picMkLst>
            <pc:docMk/>
            <pc:sldMk cId="2385503925" sldId="304"/>
            <ac:picMk id="880" creationId="{FE125C07-768F-B051-6840-13DB991E0C82}"/>
          </ac:picMkLst>
        </pc:picChg>
      </pc:sldChg>
      <pc:sldChg chg="delSp modSp mod modNotes">
        <pc:chgData name="Shahidah Abd Salam" userId="fa9272f4-7e27-4009-8d57-6419776d6d11" providerId="ADAL" clId="{50F58571-60FC-4B8C-8323-C7CA8A4DE049}" dt="2026-10-02T09:29:03.534" v="3320" actId="1440"/>
        <pc:sldMkLst>
          <pc:docMk/>
          <pc:sldMk cId="748118927" sldId="305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2" creationId="{FFDD62A6-F95F-6A85-79BD-EBD8454AB38E}"/>
          </ac:spMkLst>
        </pc:spChg>
        <pc:spChg chg="mod">
          <ac:chgData name="Shahidah Abd Salam" userId="fa9272f4-7e27-4009-8d57-6419776d6d11" providerId="ADAL" clId="{50F58571-60FC-4B8C-8323-C7CA8A4DE049}" dt="2026-10-02T09:10:44.722" v="3216" actId="207"/>
          <ac:spMkLst>
            <pc:docMk/>
            <pc:sldMk cId="748118927" sldId="305"/>
            <ac:spMk id="4" creationId="{B812480F-BFE8-8256-A488-6AD3D7FDD6F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7" creationId="{8C1AF978-2764-6459-9873-1C54CE8C8AB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2" creationId="{3D0569F2-AA1D-DA95-11D7-5CC21C8BF07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3" creationId="{6C7F3EC1-5F29-719B-F8C6-F617B6A8F40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5" creationId="{7CAEFF38-B0C7-881B-902D-C0BD31D34972}"/>
          </ac:spMkLst>
        </pc:spChg>
        <pc:spChg chg="mod">
          <ac:chgData name="Shahidah Abd Salam" userId="fa9272f4-7e27-4009-8d57-6419776d6d11" providerId="ADAL" clId="{50F58571-60FC-4B8C-8323-C7CA8A4DE049}" dt="2026-10-02T03:59:42.743" v="2469" actId="27636"/>
          <ac:spMkLst>
            <pc:docMk/>
            <pc:sldMk cId="748118927" sldId="305"/>
            <ac:spMk id="16" creationId="{1ABEA814-543D-7585-2E5F-5B1B19ED8A73}"/>
          </ac:spMkLst>
        </pc:spChg>
        <pc:picChg chg="mod">
          <ac:chgData name="Shahidah Abd Salam" userId="fa9272f4-7e27-4009-8d57-6419776d6d11" providerId="ADAL" clId="{50F58571-60FC-4B8C-8323-C7CA8A4DE049}" dt="2026-10-02T02:52:38.846" v="2465" actId="26606"/>
          <ac:picMkLst>
            <pc:docMk/>
            <pc:sldMk cId="748118927" sldId="305"/>
            <ac:picMk id="27" creationId="{3E0F56C1-BB82-986C-B99B-3E63A626F9BF}"/>
          </ac:picMkLst>
        </pc:picChg>
        <pc:picChg chg="mod">
          <ac:chgData name="Shahidah Abd Salam" userId="fa9272f4-7e27-4009-8d57-6419776d6d11" providerId="ADAL" clId="{50F58571-60FC-4B8C-8323-C7CA8A4DE049}" dt="2026-10-02T09:29:03.534" v="3320" actId="1440"/>
          <ac:picMkLst>
            <pc:docMk/>
            <pc:sldMk cId="748118927" sldId="305"/>
            <ac:picMk id="880" creationId="{66D0EBFF-4953-0CE5-DAA3-76466E180D86}"/>
          </ac:picMkLst>
        </pc:picChg>
      </pc:sldChg>
      <pc:sldChg chg="addSp delSp modSp mod setBg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309242873" sldId="306"/>
        </pc:sldMkLst>
        <pc:spChg chg="mo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21.002" v="2649" actId="208"/>
          <ac:spMkLst>
            <pc:docMk/>
            <pc:sldMk cId="2309242873" sldId="306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21.002" v="2649" actId="208"/>
          <ac:spMkLst>
            <pc:docMk/>
            <pc:sldMk cId="2309242873" sldId="306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38.209" v="2652" actId="207"/>
          <ac:spMkLst>
            <pc:docMk/>
            <pc:sldMk cId="2309242873" sldId="306"/>
            <ac:spMk id="22" creationId="{C2EC76F0-5BC8-CBE8-93BA-64B4E5418CB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7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8:34:08.982" v="2972" actId="1036"/>
          <ac:picMkLst>
            <pc:docMk/>
            <pc:sldMk cId="2309242873" sldId="306"/>
            <ac:picMk id="23" creationId="{86989D88-AB6B-1B85-1C18-80E4534AD0FA}"/>
          </ac:picMkLst>
        </pc:picChg>
      </pc:sldChg>
      <pc:sldChg chg="modSp add mod">
        <pc:chgData name="Shahidah Abd Salam" userId="fa9272f4-7e27-4009-8d57-6419776d6d11" providerId="ADAL" clId="{50F58571-60FC-4B8C-8323-C7CA8A4DE049}" dt="2026-10-02T09:10:25.194" v="3212" actId="1076"/>
        <pc:sldMkLst>
          <pc:docMk/>
          <pc:sldMk cId="1139095892" sldId="307"/>
        </pc:sldMkLst>
        <pc:spChg chg="mod">
          <ac:chgData name="Shahidah Abd Salam" userId="fa9272f4-7e27-4009-8d57-6419776d6d11" providerId="ADAL" clId="{50F58571-60FC-4B8C-8323-C7CA8A4DE049}" dt="2026-10-02T09:10:25.194" v="3212" actId="1076"/>
          <ac:spMkLst>
            <pc:docMk/>
            <pc:sldMk cId="1139095892" sldId="307"/>
            <ac:spMk id="3" creationId="{84A6CDE6-A948-C204-CA50-0E12C56A0252}"/>
          </ac:spMkLst>
        </pc:spChg>
        <pc:spChg chg="mod">
          <ac:chgData name="Shahidah Abd Salam" userId="fa9272f4-7e27-4009-8d57-6419776d6d11" providerId="ADAL" clId="{50F58571-60FC-4B8C-8323-C7CA8A4DE049}" dt="2026-10-02T08:43:32.716" v="3101" actId="1076"/>
          <ac:spMkLst>
            <pc:docMk/>
            <pc:sldMk cId="1139095892" sldId="307"/>
            <ac:spMk id="7" creationId="{101304E6-614F-A4F6-41F2-6CE0E6B28E45}"/>
          </ac:spMkLst>
        </pc:spChg>
        <pc:spChg chg="mod">
          <ac:chgData name="Shahidah Abd Salam" userId="fa9272f4-7e27-4009-8d57-6419776d6d11" providerId="ADAL" clId="{50F58571-60FC-4B8C-8323-C7CA8A4DE049}" dt="2026-10-02T08:43:37.452" v="3102" actId="1076"/>
          <ac:spMkLst>
            <pc:docMk/>
            <pc:sldMk cId="1139095892" sldId="307"/>
            <ac:spMk id="25" creationId="{E6D439E8-8B17-7A21-C652-5797891F57D9}"/>
          </ac:spMkLst>
        </pc:spChg>
      </pc:sldChg>
      <pc:sldChg chg="delSp modSp add mod ord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474113344" sldId="308"/>
        </pc:sldMkLst>
        <pc:spChg chg="mod">
          <ac:chgData name="Shahidah Abd Salam" userId="fa9272f4-7e27-4009-8d57-6419776d6d11" providerId="ADAL" clId="{50F58571-60FC-4B8C-8323-C7CA8A4DE049}" dt="2026-10-02T08:40:40.818" v="3024" actId="20577"/>
          <ac:spMkLst>
            <pc:docMk/>
            <pc:sldMk cId="474113344" sldId="308"/>
            <ac:spMk id="5" creationId="{FA621E92-BAA7-B2D2-6299-C5268B79AF0D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474113344" sldId="308"/>
            <ac:spMk id="25" creationId="{6EBEF392-258B-0A27-15B6-7BC5C32B0337}"/>
          </ac:spMkLst>
        </pc:spChg>
      </pc:sldChg>
      <pc:sldChg chg="add ord">
        <pc:chgData name="Shahidah Abd Salam" userId="fa9272f4-7e27-4009-8d57-6419776d6d11" providerId="ADAL" clId="{50F58571-60FC-4B8C-8323-C7CA8A4DE049}" dt="2026-10-04T16:56:41.123" v="3886"/>
        <pc:sldMkLst>
          <pc:docMk/>
          <pc:sldMk cId="1535095570" sldId="309"/>
        </pc:sldMkLst>
      </pc:sldChg>
      <pc:sldChg chg="modSp add mod ord">
        <pc:chgData name="Shahidah Abd Salam" userId="fa9272f4-7e27-4009-8d57-6419776d6d11" providerId="ADAL" clId="{50F58571-60FC-4B8C-8323-C7CA8A4DE049}" dt="2026-10-04T16:58:01.735" v="3899" actId="1076"/>
        <pc:sldMkLst>
          <pc:docMk/>
          <pc:sldMk cId="3015023335" sldId="310"/>
        </pc:sldMkLst>
        <pc:spChg chg="mod">
          <ac:chgData name="Shahidah Abd Salam" userId="fa9272f4-7e27-4009-8d57-6419776d6d11" providerId="ADAL" clId="{50F58571-60FC-4B8C-8323-C7CA8A4DE049}" dt="2026-10-04T16:57:15.389" v="3892"/>
          <ac:spMkLst>
            <pc:docMk/>
            <pc:sldMk cId="3015023335" sldId="310"/>
            <ac:spMk id="5" creationId="{6EFF8263-80AE-6AD4-CFBA-72F6D59F96D8}"/>
          </ac:spMkLst>
        </pc:spChg>
        <pc:spChg chg="mod">
          <ac:chgData name="Shahidah Abd Salam" userId="fa9272f4-7e27-4009-8d57-6419776d6d11" providerId="ADAL" clId="{50F58571-60FC-4B8C-8323-C7CA8A4DE049}" dt="2026-10-04T16:58:01.735" v="3899" actId="1076"/>
          <ac:spMkLst>
            <pc:docMk/>
            <pc:sldMk cId="3015023335" sldId="310"/>
            <ac:spMk id="7" creationId="{CA309388-494F-D20F-1A0B-F76F9AF82C38}"/>
          </ac:spMkLst>
        </pc:spChg>
      </pc:sldChg>
      <pc:sldChg chg="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019850778" sldId="313"/>
        </pc:sldMkLst>
      </pc:sldChg>
      <pc:sldChg chg="addSp delSp modSp add mod delAnim modAnim">
        <pc:chgData name="Shahidah Abd Salam" userId="fa9272f4-7e27-4009-8d57-6419776d6d11" providerId="ADAL" clId="{50F58571-60FC-4B8C-8323-C7CA8A4DE049}" dt="2026-10-07T02:24:09.002" v="4113"/>
        <pc:sldMkLst>
          <pc:docMk/>
          <pc:sldMk cId="3844960964" sldId="314"/>
        </pc:sldMkLst>
        <pc:spChg chg="mod">
          <ac:chgData name="Shahidah Abd Salam" userId="fa9272f4-7e27-4009-8d57-6419776d6d11" providerId="ADAL" clId="{50F58571-60FC-4B8C-8323-C7CA8A4DE049}" dt="2026-10-07T02:20:17.289" v="3995" actId="1076"/>
          <ac:spMkLst>
            <pc:docMk/>
            <pc:sldMk cId="3844960964" sldId="314"/>
            <ac:spMk id="2" creationId="{B396212E-5739-D37E-E787-09436313B626}"/>
          </ac:spMkLst>
        </pc:spChg>
        <pc:spChg chg="mod">
          <ac:chgData name="Shahidah Abd Salam" userId="fa9272f4-7e27-4009-8d57-6419776d6d11" providerId="ADAL" clId="{50F58571-60FC-4B8C-8323-C7CA8A4DE049}" dt="2026-10-07T02:20:44.967" v="3996" actId="1076"/>
          <ac:spMkLst>
            <pc:docMk/>
            <pc:sldMk cId="3844960964" sldId="314"/>
            <ac:spMk id="3" creationId="{32623544-7B5C-202E-3AFD-2745CA7C67ED}"/>
          </ac:spMkLst>
        </pc:spChg>
        <pc:spChg chg="mod">
          <ac:chgData name="Shahidah Abd Salam" userId="fa9272f4-7e27-4009-8d57-6419776d6d11" providerId="ADAL" clId="{50F58571-60FC-4B8C-8323-C7CA8A4DE049}" dt="2026-10-07T02:21:01.840" v="4027" actId="404"/>
          <ac:spMkLst>
            <pc:docMk/>
            <pc:sldMk cId="3844960964" sldId="314"/>
            <ac:spMk id="4" creationId="{220782A1-063B-A5A2-3234-9F7E908BA21C}"/>
          </ac:spMkLst>
        </pc:spChg>
        <pc:spChg chg="mod">
          <ac:chgData name="Shahidah Abd Salam" userId="fa9272f4-7e27-4009-8d57-6419776d6d11" providerId="ADAL" clId="{50F58571-60FC-4B8C-8323-C7CA8A4DE049}" dt="2026-10-07T02:21:26.716" v="4078" actId="404"/>
          <ac:spMkLst>
            <pc:docMk/>
            <pc:sldMk cId="3844960964" sldId="314"/>
            <ac:spMk id="5" creationId="{D3BDF75A-CDAA-B8D9-75D6-B937BA074498}"/>
          </ac:spMkLst>
        </pc:spChg>
        <pc:spChg chg="mod">
          <ac:chgData name="Shahidah Abd Salam" userId="fa9272f4-7e27-4009-8d57-6419776d6d11" providerId="ADAL" clId="{50F58571-60FC-4B8C-8323-C7CA8A4DE049}" dt="2026-10-07T02:22:34.651" v="4108" actId="20577"/>
          <ac:spMkLst>
            <pc:docMk/>
            <pc:sldMk cId="3844960964" sldId="314"/>
            <ac:spMk id="11" creationId="{2C198AB8-18D0-7634-75DA-5891313B8F46}"/>
          </ac:spMkLst>
        </pc:spChg>
        <pc:picChg chg="add mod">
          <ac:chgData name="Shahidah Abd Salam" userId="fa9272f4-7e27-4009-8d57-6419776d6d11" providerId="ADAL" clId="{50F58571-60FC-4B8C-8323-C7CA8A4DE049}" dt="2026-10-07T02:23:54.732" v="4111" actId="1076"/>
          <ac:picMkLst>
            <pc:docMk/>
            <pc:sldMk cId="3844960964" sldId="314"/>
            <ac:picMk id="14" creationId="{C35CDF0D-9B19-2FBF-758A-282380AEC201}"/>
          </ac:picMkLst>
        </pc:picChg>
      </pc:sldChg>
      <pc:sldChg chg="addSp modSp mod">
        <pc:chgData name="Shahidah Abd Salam" userId="fa9272f4-7e27-4009-8d57-6419776d6d11" providerId="ADAL" clId="{50F58571-60FC-4B8C-8323-C7CA8A4DE049}" dt="2026-10-09T09:39:16.002" v="4560" actId="20577"/>
        <pc:sldMkLst>
          <pc:docMk/>
          <pc:sldMk cId="1988424210" sldId="316"/>
        </pc:sldMkLst>
        <pc:spChg chg="mod">
          <ac:chgData name="Shahidah Abd Salam" userId="fa9272f4-7e27-4009-8d57-6419776d6d11" providerId="ADAL" clId="{50F58571-60FC-4B8C-8323-C7CA8A4DE049}" dt="2026-10-09T05:58:13.516" v="4429" actId="20577"/>
          <ac:spMkLst>
            <pc:docMk/>
            <pc:sldMk cId="1988424210" sldId="316"/>
            <ac:spMk id="3" creationId="{2B3EB52F-E427-DFB6-740D-74A574FD7D5A}"/>
          </ac:spMkLst>
        </pc:spChg>
        <pc:spChg chg="add mod">
          <ac:chgData name="Shahidah Abd Salam" userId="fa9272f4-7e27-4009-8d57-6419776d6d11" providerId="ADAL" clId="{50F58571-60FC-4B8C-8323-C7CA8A4DE049}" dt="2026-10-09T09:39:16.002" v="4560" actId="20577"/>
          <ac:spMkLst>
            <pc:docMk/>
            <pc:sldMk cId="1988424210" sldId="316"/>
            <ac:spMk id="4" creationId="{66AC2E61-20EB-EF58-0F0E-F08F3EB6056D}"/>
          </ac:spMkLst>
        </pc:spChg>
      </pc:sldChg>
      <pc:sldChg chg="modSp mod">
        <pc:chgData name="Shahidah Abd Salam" userId="fa9272f4-7e27-4009-8d57-6419776d6d11" providerId="ADAL" clId="{50F58571-60FC-4B8C-8323-C7CA8A4DE049}" dt="2026-10-09T05:58:03.889" v="4416" actId="5793"/>
        <pc:sldMkLst>
          <pc:docMk/>
          <pc:sldMk cId="640348728" sldId="317"/>
        </pc:sldMkLst>
        <pc:spChg chg="mod">
          <ac:chgData name="Shahidah Abd Salam" userId="fa9272f4-7e27-4009-8d57-6419776d6d11" providerId="ADAL" clId="{50F58571-60FC-4B8C-8323-C7CA8A4DE049}" dt="2026-10-09T05:58:03.889" v="4416" actId="5793"/>
          <ac:spMkLst>
            <pc:docMk/>
            <pc:sldMk cId="640348728" sldId="317"/>
            <ac:spMk id="3" creationId="{F593AD8E-D58C-4AE7-EF26-C7CCBCC2E44B}"/>
          </ac:spMkLst>
        </pc:spChg>
      </pc:sldChg>
      <pc:sldChg chg="addSp delSp modSp add mod">
        <pc:chgData name="Shahidah Abd Salam" userId="fa9272f4-7e27-4009-8d57-6419776d6d11" providerId="ADAL" clId="{50F58571-60FC-4B8C-8323-C7CA8A4DE049}" dt="2026-10-09T04:17:49.826" v="4374" actId="26606"/>
        <pc:sldMkLst>
          <pc:docMk/>
          <pc:sldMk cId="440286268" sldId="319"/>
        </pc:sldMkLst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0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2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9" creationId="{00000000-0000-0000-0000-000000000000}"/>
          </ac:spMkLst>
        </pc:spChg>
      </pc:sldChg>
      <pc:sldChg chg="modSp mod">
        <pc:chgData name="Shahidah Abd Salam" userId="fa9272f4-7e27-4009-8d57-6419776d6d11" providerId="ADAL" clId="{50F58571-60FC-4B8C-8323-C7CA8A4DE049}" dt="2026-10-09T03:48:03.048" v="4349" actId="26606"/>
        <pc:sldMkLst>
          <pc:docMk/>
          <pc:sldMk cId="0" sldId="320"/>
        </pc:sldMkLst>
        <pc:spChg chg="mod">
          <ac:chgData name="Shahidah Abd Salam" userId="fa9272f4-7e27-4009-8d57-6419776d6d11" providerId="ADAL" clId="{50F58571-60FC-4B8C-8323-C7CA8A4DE049}" dt="2026-10-09T03:48:03.048" v="4349" actId="26606"/>
          <ac:spMkLst>
            <pc:docMk/>
            <pc:sldMk cId="0" sldId="320"/>
            <ac:spMk id="7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585746437" sldId="32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9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354748968" sldId="32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40:18.109" v="2824" actId="113"/>
          <ac:spMkLst>
            <pc:docMk/>
            <pc:sldMk cId="3354748968" sldId="324"/>
            <ac:spMk id="3" creationId="{281206A1-C119-CAF6-6530-21723A62603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30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55774341" sldId="214748201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4" creationId="{572BE92D-C65C-057A-5A25-61FE9F45FC3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2" creationId="{88213796-2EBF-132B-15C3-DFBBB3E9905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3" creationId="{CFD5E4B5-77EA-1A28-8EE3-289E946CDD6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6" creationId="{63EB789D-0E73-4D20-2694-F30127BFFD4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7" creationId="{E37A748A-1A1B-D8A8-92EB-91A963D0EBF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35" creationId="{AA3EDE17-47B0-85FC-861B-51FFA8CED42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43" creationId="{F72B17E0-E1A7-9D0D-3E16-3CF65787DD0D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55774341" sldId="2147482012"/>
            <ac:grpSpMk id="32" creationId="{54F67146-E2F3-4538-2311-F030D45EC036}"/>
          </ac:grpSpMkLst>
        </pc:grpChg>
      </pc:sldChg>
      <pc:sldChg chg="modSp mod modShow modNotes">
        <pc:chgData name="Shahidah Abd Salam" userId="fa9272f4-7e27-4009-8d57-6419776d6d11" providerId="ADAL" clId="{50F58571-60FC-4B8C-8323-C7CA8A4DE049}" dt="2026-10-09T09:42:35.232" v="4564" actId="27636"/>
        <pc:sldMkLst>
          <pc:docMk/>
          <pc:sldMk cId="1326358899" sldId="214748201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" creationId="{6D7596F3-EE93-642C-C349-E4823E35BBC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8" creationId="{4A26681E-19AA-512F-2F58-73566C8634E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12" creationId="{6DEB6CAB-39E1-25C6-46B8-A0BDAE3C865F}"/>
          </ac:spMkLst>
        </pc:spChg>
        <pc:spChg chg="mod">
          <ac:chgData name="Shahidah Abd Salam" userId="fa9272f4-7e27-4009-8d57-6419776d6d11" providerId="ADAL" clId="{50F58571-60FC-4B8C-8323-C7CA8A4DE049}" dt="2026-10-09T09:42:35.232" v="4564" actId="27636"/>
          <ac:spMkLst>
            <pc:docMk/>
            <pc:sldMk cId="1326358899" sldId="2147482013"/>
            <ac:spMk id="17" creationId="{50D7590A-4C2E-7656-A7E9-B8C63FDA8A4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6" creationId="{BEABCF2F-1CD4-4704-08AA-E232D1EB7D2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8" creationId="{F65F9735-642C-A7E0-378F-8508E330370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9" creationId="{3CFDE9FD-E219-3535-2917-57BCE40E381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2" creationId="{138E9861-1A73-6061-1168-17EF0114EF3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4" creationId="{9A39EFFE-EC0C-DB0B-446A-AFA422E284A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5" creationId="{01F4BC1E-0C09-A34B-1EE8-C668036A597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57" creationId="{9A7A0A1D-3079-48C3-9543-46C1354A57BF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326358899" sldId="2147482013"/>
            <ac:picMk id="52" creationId="{AF55F7D2-D039-7F6B-70BA-124D41F27997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326358899" sldId="2147482013"/>
            <ac:picMk id="53" creationId="{892925D5-88AB-A37E-AF2F-D8CC8D5F6BFE}"/>
          </ac:picMkLst>
        </pc:pic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327035448" sldId="2147482018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8" creationId="{2621B92E-3B42-7184-9FD3-569FFCF3AA3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0" creationId="{1B596ABF-926C-44EA-EECF-AA22CC93F64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2" creationId="{B4ABFD2D-DF50-33C5-BDA6-5AC1ECFBFE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9" creationId="{D0FB5D9E-980A-E732-FF85-E3DB1F2A9A3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31" creationId="{06EE45F6-92E5-2E9A-4E8B-C83A9215252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32" creationId="{D8EC91B0-D3BA-9EA5-A347-E0AC4F646C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2" creationId="{41349C1C-8C39-0B33-AB41-F3E358A29DD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3" creationId="{5A8DA592-A974-CB8C-8F7C-C20A1C77EF8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6" creationId="{A03A5FD4-6D51-251E-8C2D-A0CEFAECBE7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60" creationId="{9A17B37C-BB24-E462-7680-4B47587DD0CB}"/>
          </ac:spMkLst>
        </pc:s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23" creationId="{FD6DC07E-F391-F33C-ABA5-DD5F44597714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51" creationId="{4AE2EA50-ED3D-B9C5-A322-90D2515DAB82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69" creationId="{0EF08B9F-27EB-AE35-4DA9-4A2F45D582CF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327035448" sldId="2147482018"/>
            <ac:picMk id="55" creationId="{DFD6385A-E407-399A-6526-F2036BAA489E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327035448" sldId="2147482018"/>
            <ac:picMk id="57" creationId="{D86DBC8F-91E2-43E9-E0B9-EB31B35886F5}"/>
          </ac:picMkLst>
        </pc:pic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263653613" sldId="214748202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0" creationId="{DDC3E6F9-3EED-79D3-157E-555F496BD16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1" creationId="{83E67087-12BE-09CA-67E2-F374621BE85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8" creationId="{BFC489A2-CDE1-5A42-366C-ACDFF1B4DED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4" creationId="{BC9E75DF-9A4C-562F-4148-2D5C065824E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5" creationId="{D286922E-5B56-E0D3-7E1B-FB4CAEE8C07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9" creationId="{5685CFEC-2514-E951-E4F2-06C7FF46BF49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843705348" sldId="2147482030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2" creationId="{D0B96572-F7C7-486F-0AAE-8A630C82E56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4" creationId="{C3DCBFAE-D674-742A-0126-2D9AAE0ED63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7" creationId="{9870396A-4017-B931-6F09-698DAD96E1D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8" creationId="{CA411971-A851-B085-C73C-518C97F8C6D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31" creationId="{597751A2-A288-403B-D306-A041B620C048}"/>
          </ac:spMkLst>
        </pc:spChg>
        <pc:grpChg chg="add mod">
          <ac:chgData name="Shahidah Abd Salam" userId="fa9272f4-7e27-4009-8d57-6419776d6d11" providerId="ADAL" clId="{50F58571-60FC-4B8C-8323-C7CA8A4DE049}" dt="2026-10-01T10:57:17.821" v="1655" actId="26606"/>
          <ac:grpSpMkLst>
            <pc:docMk/>
            <pc:sldMk cId="2843705348" sldId="2147482030"/>
            <ac:grpSpMk id="25" creationId="{1054BB60-B7FD-5E62-E45C-9DEBD3A2D9FC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27" creationId="{C039B5B3-ACE1-2528-60D1-19F596E2EC45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3" creationId="{990409EF-9C48-C0FB-75E3-4ACCFFA49E61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5" creationId="{E43BAC22-F6F0-ECB7-214A-E4C85CB73D29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2843705348" sldId="2147482030"/>
            <ac:grpSpMk id="37" creationId="{5E05D300-F56C-F0A1-2A2A-4BA265E1AA02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8" creationId="{9E4CA754-3F9C-AFBC-59D5-AC0D29CA6E71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43" creationId="{8C90ABB1-3BA8-393E-9E90-468F732F7043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55" creationId="{53C6E64D-3B39-2E37-014F-0B3C9E950CED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4104" creationId="{9EC5FDF9-2A71-96F9-B76C-3749FFC15AF1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4106" creationId="{9E421644-DFED-1C5C-5617-6D4B5BCB3F9A}"/>
          </ac:picMkLst>
        </pc:picChg>
      </pc:sldChg>
      <pc:sldChg chg="addSp delSp modSp add del mod ord modAnim modShow">
        <pc:chgData name="Shahidah Abd Salam" userId="fa9272f4-7e27-4009-8d57-6419776d6d11" providerId="ADAL" clId="{50F58571-60FC-4B8C-8323-C7CA8A4DE049}" dt="2026-10-11T02:30:30.960" v="4572"/>
        <pc:sldMkLst>
          <pc:docMk/>
          <pc:sldMk cId="0" sldId="2147483636"/>
        </pc:sldMkLst>
        <pc:spChg chg="del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0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3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8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2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7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9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20" creationId="{00000000-0000-0000-0000-000000000000}"/>
          </ac:spMkLst>
        </pc:spChg>
        <pc:spChg chg="del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21" creationId="{00000000-0000-0000-0000-000000000000}"/>
          </ac:spMkLst>
        </pc:spChg>
      </pc:sldChg>
      <pc:sldChg chg="addSp delSp modSp add del mod modClrScheme modAnim chgLayout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38"/>
        </pc:sldMkLst>
        <pc:spChg chg="add mod">
          <ac:chgData name="Shahidah Abd Salam" userId="fa9272f4-7e27-4009-8d57-6419776d6d11" providerId="ADAL" clId="{50F58571-60FC-4B8C-8323-C7CA8A4DE049}" dt="2026-10-01T12:27:34.766" v="1813" actId="208"/>
          <ac:spMkLst>
            <pc:docMk/>
            <pc:sldMk cId="0" sldId="2147483638"/>
            <ac:spMk id="6" creationId="{1651A0AF-5186-6BC8-9ACF-4964ED36B684}"/>
          </ac:spMkLst>
        </pc:spChg>
        <pc:spChg chg="add mod">
          <ac:chgData name="Shahidah Abd Salam" userId="fa9272f4-7e27-4009-8d57-6419776d6d11" providerId="ADAL" clId="{50F58571-60FC-4B8C-8323-C7CA8A4DE049}" dt="2026-10-02T03:59:42.809" v="2473" actId="27636"/>
          <ac:spMkLst>
            <pc:docMk/>
            <pc:sldMk cId="0" sldId="2147483638"/>
            <ac:spMk id="8" creationId="{0B7E7CED-FAC1-D49B-C703-A0E32823EC22}"/>
          </ac:spMkLst>
        </pc:spChg>
        <pc:picChg chg="add mod ord">
          <ac:chgData name="Shahidah Abd Salam" userId="fa9272f4-7e27-4009-8d57-6419776d6d11" providerId="ADAL" clId="{50F58571-60FC-4B8C-8323-C7CA8A4DE049}" dt="2026-10-01T10:49:38.074" v="1642" actId="1076"/>
          <ac:picMkLst>
            <pc:docMk/>
            <pc:sldMk cId="0" sldId="2147483638"/>
            <ac:picMk id="53" creationId="{F1008FDC-06E3-19AE-B819-0E33EF363FE3}"/>
          </ac:picMkLst>
        </pc:picChg>
      </pc:sldChg>
      <pc:sldChg chg="addSp delSp modSp add mod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21.190" v="3376" actId="113"/>
          <ac:spMkLst>
            <pc:docMk/>
            <pc:sldMk cId="0" sldId="2147483643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04.128" v="1216" actId="207"/>
          <ac:spMkLst>
            <pc:docMk/>
            <pc:sldMk cId="0" sldId="2147483643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27.190" v="3377" actId="113"/>
          <ac:spMkLst>
            <pc:docMk/>
            <pc:sldMk cId="0" sldId="2147483643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23.966" v="1291" actId="403"/>
          <ac:spMkLst>
            <pc:docMk/>
            <pc:sldMk cId="0" sldId="2147483643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0.792" v="3378" actId="113"/>
          <ac:spMkLst>
            <pc:docMk/>
            <pc:sldMk cId="0" sldId="2147483643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3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04.128" v="1216" actId="207"/>
          <ac:spMkLst>
            <pc:docMk/>
            <pc:sldMk cId="0" sldId="2147483643"/>
            <ac:spMk id="3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23.966" v="1291" actId="403"/>
          <ac:spMkLst>
            <pc:docMk/>
            <pc:sldMk cId="0" sldId="2147483643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3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9.799" v="3380" actId="1076"/>
          <ac:spMkLst>
            <pc:docMk/>
            <pc:sldMk cId="0" sldId="2147483643"/>
            <ac:spMk id="37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3"/>
            <ac:spMk id="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9:39.527" v="1403" actId="207"/>
          <ac:spMkLst>
            <pc:docMk/>
            <pc:sldMk cId="0" sldId="2147483643"/>
            <ac:spMk id="800" creationId="{00000000-0000-0000-0000-000000000000}"/>
          </ac:spMkLst>
        </pc:spChg>
        <pc:picChg chg="add">
          <ac:chgData name="Shahidah Abd Salam" userId="fa9272f4-7e27-4009-8d57-6419776d6d11" providerId="ADAL" clId="{50F58571-60FC-4B8C-8323-C7CA8A4DE049}" dt="2026-10-01T08:54:05.176" v="1212" actId="26606"/>
          <ac:picMkLst>
            <pc:docMk/>
            <pc:sldMk cId="0" sldId="2147483643"/>
            <ac:picMk id="799" creationId="{00000000-0000-0000-0000-000000000000}"/>
          </ac:picMkLst>
        </pc:picChg>
      </pc:sldChg>
      <pc:sldChg chg="addSp delSp modSp add mod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4"/>
        </pc:sldMkLst>
        <pc:spChg chg="add del mod">
          <ac:chgData name="Shahidah Abd Salam" userId="fa9272f4-7e27-4009-8d57-6419776d6d11" providerId="ADAL" clId="{50F58571-60FC-4B8C-8323-C7CA8A4DE049}" dt="2026-10-01T07:03:12.681" v="167" actId="1076"/>
          <ac:spMkLst>
            <pc:docMk/>
            <pc:sldMk cId="0" sldId="2147483644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20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4"/>
            <ac:spMk id="25" creationId="{00000000-0000-0000-0000-000000000000}"/>
          </ac:spMkLst>
        </pc:spChg>
      </pc:sldChg>
      <pc:sldChg chg="addSp delSp modSp add mod ord modClrScheme modShow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5"/>
        </pc:sldMkLst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5"/>
            <ac:spMk id="32" creationId="{00000000-0000-0000-0000-000000000000}"/>
          </ac:spMkLst>
        </pc:spChg>
        <pc:spChg chg="add mod">
          <ac:chgData name="Shahidah Abd Salam" userId="fa9272f4-7e27-4009-8d57-6419776d6d11" providerId="ADAL" clId="{50F58571-60FC-4B8C-8323-C7CA8A4DE049}" dt="2026-10-02T09:30:10.169" v="3328" actId="27636"/>
          <ac:spMkLst>
            <pc:docMk/>
            <pc:sldMk cId="0" sldId="2147483645"/>
            <ac:spMk id="10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0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61" v="3326" actId="27636"/>
          <ac:spMkLst>
            <pc:docMk/>
            <pc:sldMk cId="0" sldId="2147483645"/>
            <ac:spMk id="1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75" v="3330" actId="27636"/>
          <ac:spMkLst>
            <pc:docMk/>
            <pc:sldMk cId="0" sldId="2147483645"/>
            <ac:spMk id="11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3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54" v="3324" actId="27636"/>
          <ac:spMkLst>
            <pc:docMk/>
            <pc:sldMk cId="0" sldId="2147483645"/>
            <ac:spMk id="13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36" creationId="{00000000-0000-0000-0000-000000000000}"/>
          </ac:spMkLst>
        </pc:spChg>
      </pc:sldChg>
      <pc:sldChg chg="addSp delSp modSp add mod setBg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6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4T16:58:41.722" v="3904" actId="207"/>
          <ac:spMkLst>
            <pc:docMk/>
            <pc:sldMk cId="0" sldId="214748364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6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6"/>
            <ac:spMk id="37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4T16:58:24.990" v="3900" actId="22"/>
          <ac:spMkLst>
            <pc:docMk/>
            <pc:sldMk cId="0" sldId="2147483646"/>
            <ac:spMk id="39" creationId="{7B2830C4-C4B7-23E1-5136-4AE04E1EA9D4}"/>
          </ac:spMkLst>
        </pc:spChg>
      </pc:sldChg>
      <pc:sldChg chg="addSp modSp new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716478148" sldId="2147483647"/>
        </pc:sldMkLst>
        <pc:spChg chg="add mod ord">
          <ac:chgData name="Shahidah Abd Salam" userId="fa9272f4-7e27-4009-8d57-6419776d6d11" providerId="ADAL" clId="{50F58571-60FC-4B8C-8323-C7CA8A4DE049}" dt="2026-10-02T10:07:31.467" v="3345" actId="700"/>
          <ac:spMkLst>
            <pc:docMk/>
            <pc:sldMk cId="3716478148" sldId="2147483647"/>
            <ac:spMk id="2" creationId="{65C0004F-D939-D18B-EEEC-C39FD74C5F64}"/>
          </ac:spMkLst>
        </pc:spChg>
        <pc:spChg chg="add mod ord">
          <ac:chgData name="Shahidah Abd Salam" userId="fa9272f4-7e27-4009-8d57-6419776d6d11" providerId="ADAL" clId="{50F58571-60FC-4B8C-8323-C7CA8A4DE049}" dt="2026-10-02T10:07:31.467" v="3345" actId="700"/>
          <ac:spMkLst>
            <pc:docMk/>
            <pc:sldMk cId="3716478148" sldId="2147483647"/>
            <ac:spMk id="3" creationId="{680DFDDF-4608-9D7C-2645-6DC9B7065E36}"/>
          </ac:spMkLst>
        </pc:spChg>
      </pc:sldChg>
      <pc:sldMasterChg chg="addSldLayout delSldLayout modSldLayout">
        <pc:chgData name="Shahidah Abd Salam" userId="fa9272f4-7e27-4009-8d57-6419776d6d11" providerId="ADAL" clId="{50F58571-60FC-4B8C-8323-C7CA8A4DE049}" dt="2026-10-09T09:42:54.652" v="4566" actId="26606"/>
        <pc:sldMasterMkLst>
          <pc:docMk/>
          <pc:sldMasterMk cId="870805434" sldId="2147483651"/>
        </pc:sldMasterMkLst>
      </pc:sldMasterChg>
      <pc:sldMasterChg chg="addSldLayout delSldLayout modSldLayout">
        <pc:chgData name="Shahidah Abd Salam" userId="fa9272f4-7e27-4009-8d57-6419776d6d11" providerId="ADAL" clId="{50F58571-60FC-4B8C-8323-C7CA8A4DE049}" dt="2026-10-02T02:52:38.846" v="2465" actId="26606"/>
        <pc:sldMasterMkLst>
          <pc:docMk/>
          <pc:sldMasterMk cId="980835255" sldId="2147483662"/>
        </pc:sldMasterMkLst>
        <pc:sldLayoutChg chg="add">
          <pc:chgData name="Shahidah Abd Salam" userId="fa9272f4-7e27-4009-8d57-6419776d6d11" providerId="ADAL" clId="{50F58571-60FC-4B8C-8323-C7CA8A4DE049}" dt="2026-10-02T02:52:38.846" v="2465" actId="26606"/>
          <pc:sldLayoutMkLst>
            <pc:docMk/>
            <pc:sldMasterMk cId="980835255" sldId="2147483662"/>
            <pc:sldLayoutMk cId="2172335093" sldId="2147483674"/>
          </pc:sldLayoutMkLst>
        </pc:sldLayoutChg>
      </pc:sldMasterChg>
    </pc:docChg>
  </pc:docChgLst>
  <pc:docChgLst>
    <pc:chgData name="Kashmeetha Pillai" userId="S::kashmeetha@simedarbyproperty.com::1e968ce6-fe3c-4b27-ac34-1ff0e4947bf7" providerId="AD" clId="Web-{00000000-0000-0000-0000-000000000000}"/>
    <pc:docChg chg="modSld">
      <pc:chgData name="Kashmeetha Pillai" userId="S::kashmeetha@simedarbyproperty.com::1e968ce6-fe3c-4b27-ac34-1ff0e4947bf7" providerId="AD" clId="Web-{00000000-0000-0000-0000-000000000000}" dt="2026-10-09T09:51:46.182" v="35" actId="20577"/>
      <pc:docMkLst>
        <pc:docMk/>
      </pc:docMkLst>
      <pc:sldChg chg="modSp">
        <pc:chgData name="Kashmeetha Pillai" userId="S::kashmeetha@simedarbyproperty.com::1e968ce6-fe3c-4b27-ac34-1ff0e4947bf7" providerId="AD" clId="Web-{00000000-0000-0000-0000-000000000000}" dt="2026-10-09T09:48:33.839" v="31" actId="20577"/>
        <pc:sldMkLst>
          <pc:docMk/>
          <pc:sldMk cId="0" sldId="260"/>
        </pc:sldMkLst>
        <pc:spChg chg="mod">
          <ac:chgData name="Kashmeetha Pillai" userId="S::kashmeetha@simedarbyproperty.com::1e968ce6-fe3c-4b27-ac34-1ff0e4947bf7" providerId="AD" clId="Web-{00000000-0000-0000-0000-000000000000}" dt="2026-10-09T09:48:16.183" v="29" actId="2057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Kashmeetha Pillai" userId="S::kashmeetha@simedarbyproperty.com::1e968ce6-fe3c-4b27-ac34-1ff0e4947bf7" providerId="AD" clId="Web-{00000000-0000-0000-0000-000000000000}" dt="2026-10-09T09:48:33.839" v="31" actId="20577"/>
          <ac:spMkLst>
            <pc:docMk/>
            <pc:sldMk cId="0" sldId="260"/>
            <ac:spMk id="115" creationId="{00000000-0000-0000-0000-000000000000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47:01.026" v="7" actId="14100"/>
        <pc:sldMkLst>
          <pc:docMk/>
          <pc:sldMk cId="4064619222" sldId="288"/>
        </pc:sldMkLst>
        <pc:spChg chg="mod">
          <ac:chgData name="Kashmeetha Pillai" userId="S::kashmeetha@simedarbyproperty.com::1e968ce6-fe3c-4b27-ac34-1ff0e4947bf7" providerId="AD" clId="Web-{00000000-0000-0000-0000-000000000000}" dt="2026-10-09T09:47:01.026" v="7" actId="14100"/>
          <ac:spMkLst>
            <pc:docMk/>
            <pc:sldMk cId="4064619222" sldId="288"/>
            <ac:spMk id="3" creationId="{560AE8E4-AB50-2ED6-018E-A977B634AB99}"/>
          </ac:spMkLst>
        </pc:spChg>
        <pc:spChg chg="mod">
          <ac:chgData name="Kashmeetha Pillai" userId="S::kashmeetha@simedarbyproperty.com::1e968ce6-fe3c-4b27-ac34-1ff0e4947bf7" providerId="AD" clId="Web-{00000000-0000-0000-0000-000000000000}" dt="2026-10-09T09:46:43.620" v="5" actId="20577"/>
          <ac:spMkLst>
            <pc:docMk/>
            <pc:sldMk cId="4064619222" sldId="288"/>
            <ac:spMk id="5" creationId="{00000000-0000-0000-0000-000000000000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51:07.385" v="33" actId="20577"/>
        <pc:sldMkLst>
          <pc:docMk/>
          <pc:sldMk cId="1326358899" sldId="2147482013"/>
        </pc:sldMkLst>
        <pc:spChg chg="mod">
          <ac:chgData name="Kashmeetha Pillai" userId="S::kashmeetha@simedarbyproperty.com::1e968ce6-fe3c-4b27-ac34-1ff0e4947bf7" providerId="AD" clId="Web-{00000000-0000-0000-0000-000000000000}" dt="2026-10-09T09:51:07.385" v="33" actId="20577"/>
          <ac:spMkLst>
            <pc:docMk/>
            <pc:sldMk cId="1326358899" sldId="2147482013"/>
            <ac:spMk id="4" creationId="{5F7A2C12-2262-932B-C3C5-160BFD44D8D4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51:46.182" v="35" actId="20577"/>
        <pc:sldMkLst>
          <pc:docMk/>
          <pc:sldMk cId="2843705348" sldId="2147482030"/>
        </pc:sldMkLst>
        <pc:spChg chg="mod">
          <ac:chgData name="Kashmeetha Pillai" userId="S::kashmeetha@simedarbyproperty.com::1e968ce6-fe3c-4b27-ac34-1ff0e4947bf7" providerId="AD" clId="Web-{00000000-0000-0000-0000-000000000000}" dt="2026-10-09T09:51:46.182" v="35" actId="20577"/>
          <ac:spMkLst>
            <pc:docMk/>
            <pc:sldMk cId="2843705348" sldId="2147482030"/>
            <ac:spMk id="31" creationId="{597751A2-A288-403B-D306-A041B620C048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286798F3-E030-6BEA-6621-E771E8F20FB9}"/>
    <pc:docChg chg="modSld">
      <p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<pc:docMkLst>
        <pc:docMk/>
      </pc:docMkLst>
      <pc:sldChg chg="addSp delSp modSp">
        <p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  <pc:sldMkLst>
          <pc:docMk/>
          <pc:sldMk cId="3585833324" sldId="279"/>
        </pc:sldMkLst>
        <pc:picChg chg="mod">
          <a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    <ac:picMkLst>
            <pc:docMk/>
            <pc:sldMk cId="3585833324" sldId="279"/>
            <ac:picMk id="17" creationId="{7921635D-6DB3-FFC7-09EC-9C416841E188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B3AA4EDE-602E-D63D-98A1-3D1CB1C26523}"/>
    <pc:docChg chg="modSld">
      <pc:chgData name="susilan" userId="S::susilan_gmail.com#ext#@simedarbyproperty.onmicrosoft.com::f889d067-c3d7-4f44-8283-9188a5999519" providerId="AD" clId="Web-{B3AA4EDE-602E-D63D-98A1-3D1CB1C26523}" dt="2026-10-01T13:22:12.316" v="3"/>
      <pc:docMkLst>
        <pc:docMk/>
      </pc:docMkLst>
    </pc:docChg>
  </pc:docChgLst>
  <pc:docChgLst>
    <pc:chgData name="sivavenayakam.vela" userId="S::sivavenayakam.vela_finexusgroup.com#ext#@simedarbyproperty.onmicrosoft.com::0358e331-dc8a-4462-a146-91e1e27e26b7" providerId="AD" clId="Web-{00000000-0000-0000-0000-000000000000}"/>
    <pc:docChg chg="addSld delSld modSld sldOrd">
      <pc:chgData name="sivavenayakam.vela" userId="S::sivavenayakam.vela_finexusgroup.com#ext#@simedarbyproperty.onmicrosoft.com::0358e331-dc8a-4462-a146-91e1e27e26b7" providerId="AD" clId="Web-{00000000-0000-0000-0000-000000000000}" dt="2026-10-01T11:44:51.838" v="153" actId="1076"/>
      <pc:docMkLst>
        <pc:docMk/>
      </pc:docMkLst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91" v="87"/>
        <pc:sldMkLst>
          <pc:docMk/>
          <pc:sldMk cId="0" sldId="26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44" v="83"/>
        <pc:sldMkLst>
          <pc:docMk/>
          <pc:sldMk cId="1044785556" sldId="264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28" v="81"/>
        <pc:sldMkLst>
          <pc:docMk/>
          <pc:sldMk cId="3574753978" sldId="266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13" v="79"/>
        <pc:sldMkLst>
          <pc:docMk/>
          <pc:sldMk cId="266201143" sldId="269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13" v="78"/>
        <pc:sldMkLst>
          <pc:docMk/>
          <pc:sldMk cId="1908567726" sldId="27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97" v="76"/>
        <pc:sldMkLst>
          <pc:docMk/>
          <pc:sldMk cId="3883334175" sldId="272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97" v="74"/>
        <pc:sldMkLst>
          <pc:docMk/>
          <pc:sldMk cId="1664391245" sldId="274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83" v="73"/>
        <pc:sldMkLst>
          <pc:docMk/>
          <pc:sldMk cId="2273026248" sldId="275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83" v="70"/>
        <pc:sldMkLst>
          <pc:docMk/>
          <pc:sldMk cId="1214539241" sldId="276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66" v="69"/>
        <pc:sldMkLst>
          <pc:docMk/>
          <pc:sldMk cId="2818470313" sldId="277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66" v="68"/>
        <pc:sldMkLst>
          <pc:docMk/>
          <pc:sldMk cId="3831048517" sldId="278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50" v="67"/>
        <pc:sldMkLst>
          <pc:docMk/>
          <pc:sldMk cId="3585833324" sldId="279"/>
        </pc:sldMkLst>
      </pc:sldChg>
      <pc:sldChg chg="add del ord">
        <pc:chgData name="sivavenayakam.vela" userId="S::sivavenayakam.vela_finexusgroup.com#ext#@simedarbyproperty.onmicrosoft.com::0358e331-dc8a-4462-a146-91e1e27e26b7" providerId="AD" clId="Web-{00000000-0000-0000-0000-000000000000}" dt="2026-10-01T10:09:39.944" v="89"/>
        <pc:sldMkLst>
          <pc:docMk/>
          <pc:sldMk cId="0" sldId="28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10:36.570" v="92"/>
        <pc:sldMkLst>
          <pc:docMk/>
          <pc:sldMk cId="4257312755" sldId="281"/>
        </pc:sldMkLst>
      </pc:sldChg>
      <pc:sldChg chg="add">
        <pc:chgData name="sivavenayakam.vela" userId="S::sivavenayakam.vela_finexusgroup.com#ext#@simedarbyproperty.onmicrosoft.com::0358e331-dc8a-4462-a146-91e1e27e26b7" providerId="AD" clId="Web-{00000000-0000-0000-0000-000000000000}" dt="2026-10-01T10:08:03.317" v="5"/>
        <pc:sldMkLst>
          <pc:docMk/>
          <pc:sldMk cId="2309242873" sldId="306"/>
        </pc:sldMkLst>
      </pc:sldChg>
      <pc:sldChg chg="add">
        <pc:chgData name="sivavenayakam.vela" userId="S::sivavenayakam.vela_finexusgroup.com#ext#@simedarbyproperty.onmicrosoft.com::0358e331-dc8a-4462-a146-91e1e27e26b7" providerId="AD" clId="Web-{00000000-0000-0000-0000-000000000000}" dt="2026-10-01T10:08:07.427" v="21"/>
        <pc:sldMkLst>
          <pc:docMk/>
          <pc:sldMk cId="2585746437" sldId="322"/>
        </pc:sldMkLst>
      </pc:sldChg>
    </pc:docChg>
  </pc:docChgLst>
  <pc:docChgLst>
    <pc:chgData name="Nur Sanjida binti Md Titu" userId="ecf5d935-85d2-465d-b8b8-f6c3b7bb11b6" providerId="ADAL" clId="{7261FBC1-D16A-45E9-8397-1BB4A72DDA25}"/>
    <pc:docChg chg="undo custSel addSld modSld sldOrd">
      <pc:chgData name="Nur Sanjida binti Md Titu" userId="ecf5d935-85d2-465d-b8b8-f6c3b7bb11b6" providerId="ADAL" clId="{7261FBC1-D16A-45E9-8397-1BB4A72DDA25}" dt="2026-10-09T09:14:59.785" v="312" actId="20577"/>
      <pc:docMkLst>
        <pc:docMk/>
      </pc:docMkLst>
      <pc:sldChg chg="add ord">
        <pc:chgData name="Nur Sanjida binti Md Titu" userId="ecf5d935-85d2-465d-b8b8-f6c3b7bb11b6" providerId="ADAL" clId="{7261FBC1-D16A-45E9-8397-1BB4A72DDA25}" dt="2026-10-09T08:31:44.971" v="78"/>
        <pc:sldMkLst>
          <pc:docMk/>
          <pc:sldMk cId="4064619222" sldId="288"/>
        </pc:sldMkLst>
      </pc:sldChg>
      <pc:sldChg chg="addSp delSp modSp add mod modAnim">
        <pc:chgData name="Nur Sanjida binti Md Titu" userId="ecf5d935-85d2-465d-b8b8-f6c3b7bb11b6" providerId="ADAL" clId="{7261FBC1-D16A-45E9-8397-1BB4A72DDA25}" dt="2026-10-09T09:14:59.785" v="312" actId="20577"/>
        <pc:sldMkLst>
          <pc:docMk/>
          <pc:sldMk cId="963520320" sldId="290"/>
        </pc:sldMkLst>
        <pc:spChg chg="add mod">
          <ac:chgData name="Nur Sanjida binti Md Titu" userId="ecf5d935-85d2-465d-b8b8-f6c3b7bb11b6" providerId="ADAL" clId="{7261FBC1-D16A-45E9-8397-1BB4A72DDA25}" dt="2026-10-09T08:38:09.260" v="271" actId="207"/>
          <ac:spMkLst>
            <pc:docMk/>
            <pc:sldMk cId="963520320" sldId="290"/>
            <ac:spMk id="2" creationId="{A467705D-EB01-C5F8-6A39-9F665F9081C0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7" creationId="{758E4959-0E5C-535A-7260-57256418B844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8" creationId="{C70B73AD-FDD6-D61E-6A15-DF84D144094E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10" creationId="{C28FDA3E-0CD7-9B2D-FE0B-98CA24813379}"/>
          </ac:spMkLst>
        </pc:spChg>
        <pc:spChg chg="add mod">
          <ac:chgData name="Nur Sanjida binti Md Titu" userId="ecf5d935-85d2-465d-b8b8-f6c3b7bb11b6" providerId="ADAL" clId="{7261FBC1-D16A-45E9-8397-1BB4A72DDA25}" dt="2026-10-09T08:35:29.925" v="133" actId="2711"/>
          <ac:spMkLst>
            <pc:docMk/>
            <pc:sldMk cId="963520320" sldId="290"/>
            <ac:spMk id="11" creationId="{0D5462BC-2D62-7DAF-8B1E-C46D71CE1165}"/>
          </ac:spMkLst>
        </pc:spChg>
        <pc:spChg chg="add mod">
          <ac:chgData name="Nur Sanjida binti Md Titu" userId="ecf5d935-85d2-465d-b8b8-f6c3b7bb11b6" providerId="ADAL" clId="{7261FBC1-D16A-45E9-8397-1BB4A72DDA25}" dt="2026-10-09T08:36:13.735" v="177" actId="404"/>
          <ac:spMkLst>
            <pc:docMk/>
            <pc:sldMk cId="963520320" sldId="290"/>
            <ac:spMk id="12" creationId="{E6F62888-E690-1A33-17FC-52CD19BD6F86}"/>
          </ac:spMkLst>
        </pc:spChg>
        <pc:spChg chg="add mod">
          <ac:chgData name="Nur Sanjida binti Md Titu" userId="ecf5d935-85d2-465d-b8b8-f6c3b7bb11b6" providerId="ADAL" clId="{7261FBC1-D16A-45E9-8397-1BB4A72DDA25}" dt="2026-10-09T08:36:50.411" v="265" actId="1076"/>
          <ac:spMkLst>
            <pc:docMk/>
            <pc:sldMk cId="963520320" sldId="290"/>
            <ac:spMk id="13" creationId="{20C3E23E-D6DD-6B03-9D82-9752BE9D8536}"/>
          </ac:spMkLst>
        </pc:spChg>
        <pc:spChg chg="add mod">
          <ac:chgData name="Nur Sanjida binti Md Titu" userId="ecf5d935-85d2-465d-b8b8-f6c3b7bb11b6" providerId="ADAL" clId="{7261FBC1-D16A-45E9-8397-1BB4A72DDA25}" dt="2026-10-09T09:14:59.785" v="312" actId="20577"/>
          <ac:spMkLst>
            <pc:docMk/>
            <pc:sldMk cId="963520320" sldId="290"/>
            <ac:spMk id="17" creationId="{ADE61B7E-92E7-A5AA-DA20-C206DA7842DE}"/>
          </ac:spMkLst>
        </pc:spChg>
        <pc:picChg chg="add mod">
          <ac:chgData name="Nur Sanjida binti Md Titu" userId="ecf5d935-85d2-465d-b8b8-f6c3b7bb11b6" providerId="ADAL" clId="{7261FBC1-D16A-45E9-8397-1BB4A72DDA25}" dt="2026-10-09T08:34:47.936" v="96" actId="1076"/>
          <ac:picMkLst>
            <pc:docMk/>
            <pc:sldMk cId="963520320" sldId="290"/>
            <ac:picMk id="5" creationId="{00D3A029-702E-1B28-4E51-184986CAA2C9}"/>
          </ac:picMkLst>
        </pc:picChg>
        <pc:picChg chg="add mod">
          <ac:chgData name="Nur Sanjida binti Md Titu" userId="ecf5d935-85d2-465d-b8b8-f6c3b7bb11b6" providerId="ADAL" clId="{7261FBC1-D16A-45E9-8397-1BB4A72DDA25}" dt="2026-10-09T08:34:40.810" v="95" actId="1076"/>
          <ac:picMkLst>
            <pc:docMk/>
            <pc:sldMk cId="963520320" sldId="290"/>
            <ac:picMk id="6" creationId="{6E0AB172-D594-0654-6152-50825D4C49CA}"/>
          </ac:picMkLst>
        </pc:picChg>
      </pc:sldChg>
    </pc:docChg>
  </pc:docChgLst>
  <pc:docChgLst>
    <pc:chgData name="sivavenayakam.vela" userId="S::sivavenayakam.vela_finexusgroup.com#ext#@simedarbyproperty.onmicrosoft.com::0358e331-dc8a-4462-a146-91e1e27e26b7" providerId="AD" clId="Web-{0FD32622-2CFB-3E7F-FEB1-5B7AE5504018}"/>
    <pc:docChg chg="modSld">
      <pc:chgData name="sivavenayakam.vela" userId="S::sivavenayakam.vela_finexusgroup.com#ext#@simedarbyproperty.onmicrosoft.com::0358e331-dc8a-4462-a146-91e1e27e26b7" providerId="AD" clId="Web-{0FD32622-2CFB-3E7F-FEB1-5B7AE5504018}" dt="2026-10-01T15:50:25.034" v="0"/>
      <pc:docMkLst>
        <pc:docMk/>
      </pc:docMkLst>
    </pc:docChg>
  </pc:docChgLst>
  <pc:docChgLst>
    <pc:chgData name="Megat Muhammad Aiman Mirza bin Riza Makhzan" userId="5c7d8b6a-881a-4c8d-b546-cb8d60295e62" providerId="ADAL" clId="{77F42E6D-81F6-47DB-A6D2-DC1B3491D5D6}"/>
    <pc:docChg chg="undo custSel addSld delSld modSld sldOrd">
      <pc:chgData name="Megat Muhammad Aiman Mirza bin Riza Makhzan" userId="5c7d8b6a-881a-4c8d-b546-cb8d60295e62" providerId="ADAL" clId="{77F42E6D-81F6-47DB-A6D2-DC1B3491D5D6}" dt="2026-10-09T09:21:47.548" v="526"/>
      <pc:docMkLst>
        <pc:docMk/>
      </pc:docMkLst>
      <pc:sldChg chg="add">
        <pc:chgData name="Megat Muhammad Aiman Mirza bin Riza Makhzan" userId="5c7d8b6a-881a-4c8d-b546-cb8d60295e62" providerId="ADAL" clId="{77F42E6D-81F6-47DB-A6D2-DC1B3491D5D6}" dt="2026-10-01T10:44:49.627" v="370"/>
        <pc:sldMkLst>
          <pc:docMk/>
          <pc:sldMk cId="923313270" sldId="257"/>
        </pc:sldMkLst>
      </pc:sldChg>
      <pc:sldChg chg="addSp modSp mod">
        <pc:chgData name="Megat Muhammad Aiman Mirza bin Riza Makhzan" userId="5c7d8b6a-881a-4c8d-b546-cb8d60295e62" providerId="ADAL" clId="{77F42E6D-81F6-47DB-A6D2-DC1B3491D5D6}" dt="2026-10-09T06:41:59.964" v="524" actId="1038"/>
        <pc:sldMkLst>
          <pc:docMk/>
          <pc:sldMk cId="3772892042" sldId="258"/>
        </pc:sldMkLst>
        <pc:spChg chg="add mod">
          <ac:chgData name="Megat Muhammad Aiman Mirza bin Riza Makhzan" userId="5c7d8b6a-881a-4c8d-b546-cb8d60295e62" providerId="ADAL" clId="{77F42E6D-81F6-47DB-A6D2-DC1B3491D5D6}" dt="2026-10-09T06:41:59.964" v="524" actId="1038"/>
          <ac:spMkLst>
            <pc:docMk/>
            <pc:sldMk cId="3772892042" sldId="258"/>
            <ac:spMk id="15" creationId="{D7F2AFED-E83A-2FF9-D73A-549B5E9EEB67}"/>
          </ac:spMkLst>
        </pc:spChg>
      </pc:sldChg>
      <pc:sldChg chg="modSp add mod">
        <pc:chgData name="Megat Muhammad Aiman Mirza bin Riza Makhzan" userId="5c7d8b6a-881a-4c8d-b546-cb8d60295e62" providerId="ADAL" clId="{77F42E6D-81F6-47DB-A6D2-DC1B3491D5D6}" dt="2026-10-01T10:46:16.305" v="389" actId="113"/>
        <pc:sldMkLst>
          <pc:docMk/>
          <pc:sldMk cId="3901902477" sldId="259"/>
        </pc:sldMkLst>
        <pc:spChg chg="mod">
          <ac:chgData name="Megat Muhammad Aiman Mirza bin Riza Makhzan" userId="5c7d8b6a-881a-4c8d-b546-cb8d60295e62" providerId="ADAL" clId="{77F42E6D-81F6-47DB-A6D2-DC1B3491D5D6}" dt="2026-10-01T10:46:16.305" v="389" actId="113"/>
          <ac:spMkLst>
            <pc:docMk/>
            <pc:sldMk cId="3901902477" sldId="259"/>
            <ac:spMk id="2" creationId="{B105BF46-1D74-66BA-0EAA-AAF9AFAF5FB9}"/>
          </ac:spMkLst>
        </pc:spChg>
      </pc:sldChg>
      <pc:sldChg chg="addSp delSp modSp mod">
        <pc:chgData name="Megat Muhammad Aiman Mirza bin Riza Makhzan" userId="5c7d8b6a-881a-4c8d-b546-cb8d60295e62" providerId="ADAL" clId="{77F42E6D-81F6-47DB-A6D2-DC1B3491D5D6}" dt="2026-10-01T07:45:39.486" v="71" actId="554"/>
        <pc:sldMkLst>
          <pc:docMk/>
          <pc:sldMk cId="0" sldId="260"/>
        </pc:sldMkLst>
      </pc:sldChg>
      <pc:sldChg chg="modSp add mod">
        <pc:chgData name="Megat Muhammad Aiman Mirza bin Riza Makhzan" userId="5c7d8b6a-881a-4c8d-b546-cb8d60295e62" providerId="ADAL" clId="{77F42E6D-81F6-47DB-A6D2-DC1B3491D5D6}" dt="2026-10-01T10:46:11.033" v="388" actId="113"/>
        <pc:sldMkLst>
          <pc:docMk/>
          <pc:sldMk cId="272319225" sldId="261"/>
        </pc:sldMkLst>
        <pc:spChg chg="mod">
          <ac:chgData name="Megat Muhammad Aiman Mirza bin Riza Makhzan" userId="5c7d8b6a-881a-4c8d-b546-cb8d60295e62" providerId="ADAL" clId="{77F42E6D-81F6-47DB-A6D2-DC1B3491D5D6}" dt="2026-10-01T10:46:11.033" v="388" actId="113"/>
          <ac:spMkLst>
            <pc:docMk/>
            <pc:sldMk cId="272319225" sldId="261"/>
            <ac:spMk id="2" creationId="{C8FD56B1-A4B6-D434-12BB-192FABA367CE}"/>
          </ac:spMkLst>
        </pc:spChg>
      </pc:sldChg>
      <pc:sldChg chg="modSp add mod">
        <pc:chgData name="Megat Muhammad Aiman Mirza bin Riza Makhzan" userId="5c7d8b6a-881a-4c8d-b546-cb8d60295e62" providerId="ADAL" clId="{77F42E6D-81F6-47DB-A6D2-DC1B3491D5D6}" dt="2026-10-01T10:46:09.273" v="387" actId="113"/>
        <pc:sldMkLst>
          <pc:docMk/>
          <pc:sldMk cId="1178243214" sldId="262"/>
        </pc:sldMkLst>
        <pc:spChg chg="mod">
          <ac:chgData name="Megat Muhammad Aiman Mirza bin Riza Makhzan" userId="5c7d8b6a-881a-4c8d-b546-cb8d60295e62" providerId="ADAL" clId="{77F42E6D-81F6-47DB-A6D2-DC1B3491D5D6}" dt="2026-10-01T10:46:09.273" v="387" actId="113"/>
          <ac:spMkLst>
            <pc:docMk/>
            <pc:sldMk cId="1178243214" sldId="262"/>
            <ac:spMk id="10" creationId="{453E7EEB-73E1-0414-5C75-86BA31D23248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1T07:48:36.920" v="117" actId="478"/>
        <pc:sldMkLst>
          <pc:docMk/>
          <pc:sldMk cId="1044785556" sldId="264"/>
        </pc:sldMkLst>
      </pc:sldChg>
      <pc:sldChg chg="delSp modSp mod">
        <pc:chgData name="Megat Muhammad Aiman Mirza bin Riza Makhzan" userId="5c7d8b6a-881a-4c8d-b546-cb8d60295e62" providerId="ADAL" clId="{77F42E6D-81F6-47DB-A6D2-DC1B3491D5D6}" dt="2026-10-07T02:15:00.825" v="416" actId="113"/>
        <pc:sldMkLst>
          <pc:docMk/>
          <pc:sldMk cId="3574753978" sldId="266"/>
        </pc:sldMkLst>
        <pc:spChg chg="mod">
          <ac:chgData name="Megat Muhammad Aiman Mirza bin Riza Makhzan" userId="5c7d8b6a-881a-4c8d-b546-cb8d60295e62" providerId="ADAL" clId="{77F42E6D-81F6-47DB-A6D2-DC1B3491D5D6}" dt="2026-10-07T02:15:00.825" v="416" actId="113"/>
          <ac:spMkLst>
            <pc:docMk/>
            <pc:sldMk cId="3574753978" sldId="266"/>
            <ac:spMk id="2" creationId="{9A58C2D9-E00A-20EF-D400-D2D167FDB7A9}"/>
          </ac:spMkLst>
        </pc:spChg>
        <pc:spChg chg="mod">
          <ac:chgData name="Megat Muhammad Aiman Mirza bin Riza Makhzan" userId="5c7d8b6a-881a-4c8d-b546-cb8d60295e62" providerId="ADAL" clId="{77F42E6D-81F6-47DB-A6D2-DC1B3491D5D6}" dt="2026-10-01T07:49:07.955" v="122" actId="21"/>
          <ac:spMkLst>
            <pc:docMk/>
            <pc:sldMk cId="3574753978" sldId="266"/>
            <ac:spMk id="3" creationId="{00000000-0000-0000-0000-000000000000}"/>
          </ac:spMkLst>
        </pc:spChg>
      </pc:sldChg>
      <pc:sldChg chg="modSp mod">
        <pc:chgData name="Megat Muhammad Aiman Mirza bin Riza Makhzan" userId="5c7d8b6a-881a-4c8d-b546-cb8d60295e62" providerId="ADAL" clId="{77F42E6D-81F6-47DB-A6D2-DC1B3491D5D6}" dt="2026-10-07T02:15:02.609" v="417" actId="113"/>
        <pc:sldMkLst>
          <pc:docMk/>
          <pc:sldMk cId="932603164" sldId="267"/>
        </pc:sldMkLst>
        <pc:spChg chg="mod">
          <ac:chgData name="Megat Muhammad Aiman Mirza bin Riza Makhzan" userId="5c7d8b6a-881a-4c8d-b546-cb8d60295e62" providerId="ADAL" clId="{77F42E6D-81F6-47DB-A6D2-DC1B3491D5D6}" dt="2026-10-07T02:15:02.609" v="417" actId="113"/>
          <ac:spMkLst>
            <pc:docMk/>
            <pc:sldMk cId="932603164" sldId="267"/>
            <ac:spMk id="3" creationId="{5ED7FEBD-2968-5DF6-E3E9-57A1E716097C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04.685" v="418" actId="113"/>
        <pc:sldMkLst>
          <pc:docMk/>
          <pc:sldMk cId="266201143" sldId="269"/>
        </pc:sldMkLst>
        <pc:spChg chg="mod">
          <ac:chgData name="Megat Muhammad Aiman Mirza bin Riza Makhzan" userId="5c7d8b6a-881a-4c8d-b546-cb8d60295e62" providerId="ADAL" clId="{77F42E6D-81F6-47DB-A6D2-DC1B3491D5D6}" dt="2026-10-01T07:50:30.302" v="139" actId="21"/>
          <ac:spMkLst>
            <pc:docMk/>
            <pc:sldMk cId="266201143" sldId="269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1T07:50:36.829" v="143" actId="21"/>
          <ac:spMkLst>
            <pc:docMk/>
            <pc:sldMk cId="266201143" sldId="269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04.685" v="418" actId="113"/>
          <ac:spMkLst>
            <pc:docMk/>
            <pc:sldMk cId="266201143" sldId="269"/>
            <ac:spMk id="4" creationId="{6E67B717-FFF8-3759-302B-BD977D0A2DCE}"/>
          </ac:spMkLst>
        </pc:spChg>
      </pc:sldChg>
      <pc:sldChg chg="modSp mod">
        <pc:chgData name="Megat Muhammad Aiman Mirza bin Riza Makhzan" userId="5c7d8b6a-881a-4c8d-b546-cb8d60295e62" providerId="ADAL" clId="{77F42E6D-81F6-47DB-A6D2-DC1B3491D5D6}" dt="2026-10-07T02:15:23.697" v="422" actId="207"/>
        <pc:sldMkLst>
          <pc:docMk/>
          <pc:sldMk cId="1908567726" sldId="270"/>
        </pc:sldMkLst>
        <pc:spChg chg="mod">
          <ac:chgData name="Megat Muhammad Aiman Mirza bin Riza Makhzan" userId="5c7d8b6a-881a-4c8d-b546-cb8d60295e62" providerId="ADAL" clId="{77F42E6D-81F6-47DB-A6D2-DC1B3491D5D6}" dt="2026-10-01T07:53:57.438" v="155" actId="21"/>
          <ac:spMkLst>
            <pc:docMk/>
            <pc:sldMk cId="1908567726" sldId="270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1T07:54:04.198" v="160" actId="21"/>
          <ac:spMkLst>
            <pc:docMk/>
            <pc:sldMk cId="1908567726" sldId="270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23.697" v="422" actId="207"/>
          <ac:spMkLst>
            <pc:docMk/>
            <pc:sldMk cId="1908567726" sldId="270"/>
            <ac:spMk id="4" creationId="{0EC5FE96-45C2-E3CC-FEA7-50E6967BABBB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50.134" v="430" actId="207"/>
        <pc:sldMkLst>
          <pc:docMk/>
          <pc:sldMk cId="3883334175" sldId="272"/>
        </pc:sldMkLst>
        <pc:spChg chg="mod">
          <ac:chgData name="Megat Muhammad Aiman Mirza bin Riza Makhzan" userId="5c7d8b6a-881a-4c8d-b546-cb8d60295e62" providerId="ADAL" clId="{77F42E6D-81F6-47DB-A6D2-DC1B3491D5D6}" dt="2026-10-01T07:55:23.762" v="174" actId="21"/>
          <ac:spMkLst>
            <pc:docMk/>
            <pc:sldMk cId="3883334175" sldId="272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50.134" v="430" actId="207"/>
          <ac:spMkLst>
            <pc:docMk/>
            <pc:sldMk cId="3883334175" sldId="272"/>
            <ac:spMk id="3" creationId="{00FC0175-2AD5-1427-6754-69A9FA956520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34.768" v="433" actId="478"/>
        <pc:sldMkLst>
          <pc:docMk/>
          <pc:sldMk cId="1664391245" sldId="274"/>
        </pc:sldMkLst>
        <pc:spChg chg="mod">
          <ac:chgData name="Megat Muhammad Aiman Mirza bin Riza Makhzan" userId="5c7d8b6a-881a-4c8d-b546-cb8d60295e62" providerId="ADAL" clId="{77F42E6D-81F6-47DB-A6D2-DC1B3491D5D6}" dt="2026-10-07T02:15:40.436" v="425" actId="113"/>
          <ac:spMkLst>
            <pc:docMk/>
            <pc:sldMk cId="1664391245" sldId="274"/>
            <ac:spMk id="101" creationId="{00000000-0000-0000-0000-000000000000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46.491" v="428" actId="207"/>
        <pc:sldMkLst>
          <pc:docMk/>
          <pc:sldMk cId="2273026248" sldId="275"/>
        </pc:sldMkLst>
        <pc:spChg chg="mod">
          <ac:chgData name="Megat Muhammad Aiman Mirza bin Riza Makhzan" userId="5c7d8b6a-881a-4c8d-b546-cb8d60295e62" providerId="ADAL" clId="{77F42E6D-81F6-47DB-A6D2-DC1B3491D5D6}" dt="2026-10-07T02:15:46.491" v="428" actId="207"/>
          <ac:spMkLst>
            <pc:docMk/>
            <pc:sldMk cId="2273026248" sldId="275"/>
            <ac:spMk id="8" creationId="{24BB1823-ECF0-AA1F-05D5-742FE6410311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38.176" v="424" actId="113"/>
        <pc:sldMkLst>
          <pc:docMk/>
          <pc:sldMk cId="1214539241" sldId="276"/>
        </pc:sldMkLst>
        <pc:spChg chg="mod">
          <ac:chgData name="Megat Muhammad Aiman Mirza bin Riza Makhzan" userId="5c7d8b6a-881a-4c8d-b546-cb8d60295e62" providerId="ADAL" clId="{77F42E6D-81F6-47DB-A6D2-DC1B3491D5D6}" dt="2026-10-07T02:15:38.176" v="424" actId="113"/>
          <ac:spMkLst>
            <pc:docMk/>
            <pc:sldMk cId="1214539241" sldId="276"/>
            <ac:spMk id="7" creationId="{0D475CB6-8D06-9E03-77EA-2A16DCAD4B44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27.861" v="423" actId="207"/>
        <pc:sldMkLst>
          <pc:docMk/>
          <pc:sldMk cId="2818470313" sldId="277"/>
        </pc:sldMkLst>
        <pc:spChg chg="mod">
          <ac:chgData name="Megat Muhammad Aiman Mirza bin Riza Makhzan" userId="5c7d8b6a-881a-4c8d-b546-cb8d60295e62" providerId="ADAL" clId="{77F42E6D-81F6-47DB-A6D2-DC1B3491D5D6}" dt="2026-10-07T02:15:27.861" v="423" actId="207"/>
          <ac:spMkLst>
            <pc:docMk/>
            <pc:sldMk cId="2818470313" sldId="277"/>
            <ac:spMk id="8" creationId="{874157C6-0863-55C9-CA37-DCFE7024D49A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39.188" v="434" actId="478"/>
        <pc:sldMkLst>
          <pc:docMk/>
          <pc:sldMk cId="3831048517" sldId="278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1733415637" sldId="284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4051054812" sldId="285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2352577247" sldId="286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3203652752" sldId="287"/>
        </pc:sldMkLst>
      </pc:sldChg>
      <pc:sldChg chg="modAnim">
        <pc:chgData name="Megat Muhammad Aiman Mirza bin Riza Makhzan" userId="5c7d8b6a-881a-4c8d-b546-cb8d60295e62" providerId="ADAL" clId="{77F42E6D-81F6-47DB-A6D2-DC1B3491D5D6}" dt="2026-10-09T09:21:47.548" v="526"/>
        <pc:sldMkLst>
          <pc:docMk/>
          <pc:sldMk cId="4064619222" sldId="288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10:03:54.802" v="362"/>
        <pc:sldMkLst>
          <pc:docMk/>
          <pc:sldMk cId="1886707614" sldId="289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4033416603" sldId="291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829898781" sldId="292"/>
        </pc:sldMkLst>
      </pc:sldChg>
      <pc:sldChg chg="mod modShow">
        <pc:chgData name="Megat Muhammad Aiman Mirza bin Riza Makhzan" userId="5c7d8b6a-881a-4c8d-b546-cb8d60295e62" providerId="ADAL" clId="{77F42E6D-81F6-47DB-A6D2-DC1B3491D5D6}" dt="2026-10-01T09:54:26.582" v="349" actId="729"/>
        <pc:sldMkLst>
          <pc:docMk/>
          <pc:sldMk cId="1113826139" sldId="293"/>
        </pc:sldMkLst>
      </pc:sldChg>
      <pc:sldChg chg="mod modShow">
        <pc:chgData name="Megat Muhammad Aiman Mirza bin Riza Makhzan" userId="5c7d8b6a-881a-4c8d-b546-cb8d60295e62" providerId="ADAL" clId="{77F42E6D-81F6-47DB-A6D2-DC1B3491D5D6}" dt="2026-10-05T07:44:07.147" v="395" actId="729"/>
        <pc:sldMkLst>
          <pc:docMk/>
          <pc:sldMk cId="485326313" sldId="300"/>
        </pc:sldMkLst>
      </pc:sldChg>
      <pc:sldChg chg="modSp mod">
        <pc:chgData name="Megat Muhammad Aiman Mirza bin Riza Makhzan" userId="5c7d8b6a-881a-4c8d-b546-cb8d60295e62" providerId="ADAL" clId="{77F42E6D-81F6-47DB-A6D2-DC1B3491D5D6}" dt="2026-10-07T02:33:57.352" v="469" actId="207"/>
        <pc:sldMkLst>
          <pc:docMk/>
          <pc:sldMk cId="3464984194" sldId="302"/>
        </pc:sldMkLst>
        <pc:spChg chg="mod">
          <ac:chgData name="Megat Muhammad Aiman Mirza bin Riza Makhzan" userId="5c7d8b6a-881a-4c8d-b546-cb8d60295e62" providerId="ADAL" clId="{77F42E6D-81F6-47DB-A6D2-DC1B3491D5D6}" dt="2026-10-07T02:33:57.352" v="469" actId="207"/>
          <ac:spMkLst>
            <pc:docMk/>
            <pc:sldMk cId="3464984194" sldId="302"/>
            <ac:spMk id="3" creationId="{C1994353-79CE-B091-C058-659058E8EB07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20.111" v="431" actId="478"/>
        <pc:sldMkLst>
          <pc:docMk/>
          <pc:sldMk cId="2309242873" sldId="306"/>
        </pc:sldMkLst>
        <pc:spChg chg="mod">
          <ac:chgData name="Megat Muhammad Aiman Mirza bin Riza Makhzan" userId="5c7d8b6a-881a-4c8d-b546-cb8d60295e62" providerId="ADAL" clId="{77F42E6D-81F6-47DB-A6D2-DC1B3491D5D6}" dt="2026-10-07T02:15:12.586" v="421" actId="113"/>
          <ac:spMkLst>
            <pc:docMk/>
            <pc:sldMk cId="2309242873" sldId="306"/>
            <ac:spMk id="22" creationId="{C2EC76F0-5BC8-CBE8-93BA-64B4E5418CB0}"/>
          </ac:spMkLst>
        </pc:spChg>
      </pc:sldChg>
      <pc:sldChg chg="add del ord">
        <pc:chgData name="Megat Muhammad Aiman Mirza bin Riza Makhzan" userId="5c7d8b6a-881a-4c8d-b546-cb8d60295e62" providerId="ADAL" clId="{77F42E6D-81F6-47DB-A6D2-DC1B3491D5D6}" dt="2026-10-05T07:44:04.945" v="394"/>
        <pc:sldMkLst>
          <pc:docMk/>
          <pc:sldMk cId="1539441989" sldId="311"/>
        </pc:sldMkLst>
      </pc:sldChg>
      <pc:sldChg chg="add mod ord modShow">
        <pc:chgData name="Megat Muhammad Aiman Mirza bin Riza Makhzan" userId="5c7d8b6a-881a-4c8d-b546-cb8d60295e62" providerId="ADAL" clId="{77F42E6D-81F6-47DB-A6D2-DC1B3491D5D6}" dt="2026-10-06T09:22:32.742" v="409" actId="729"/>
        <pc:sldMkLst>
          <pc:docMk/>
          <pc:sldMk cId="3291698027" sldId="312"/>
        </pc:sldMkLst>
      </pc:sldChg>
      <pc:sldChg chg="addSp delSp add del mod">
        <pc:chgData name="Megat Muhammad Aiman Mirza bin Riza Makhzan" userId="5c7d8b6a-881a-4c8d-b546-cb8d60295e62" providerId="ADAL" clId="{77F42E6D-81F6-47DB-A6D2-DC1B3491D5D6}" dt="2026-10-06T09:21:43.357" v="403" actId="22"/>
        <pc:sldMkLst>
          <pc:docMk/>
          <pc:sldMk cId="3019850778" sldId="313"/>
        </pc:sldMkLst>
        <pc:spChg chg="add">
          <ac:chgData name="Megat Muhammad Aiman Mirza bin Riza Makhzan" userId="5c7d8b6a-881a-4c8d-b546-cb8d60295e62" providerId="ADAL" clId="{77F42E6D-81F6-47DB-A6D2-DC1B3491D5D6}" dt="2026-10-06T09:21:43.357" v="403" actId="22"/>
          <ac:spMkLst>
            <pc:docMk/>
            <pc:sldMk cId="3019850778" sldId="313"/>
            <ac:spMk id="6" creationId="{34AC451F-81BC-CBCD-1DD2-64F3C0D6E58B}"/>
          </ac:spMkLst>
        </pc:spChg>
        <pc:picChg chg="add">
          <ac:chgData name="Megat Muhammad Aiman Mirza bin Riza Makhzan" userId="5c7d8b6a-881a-4c8d-b546-cb8d60295e62" providerId="ADAL" clId="{77F42E6D-81F6-47DB-A6D2-DC1B3491D5D6}" dt="2026-10-06T09:21:43.357" v="403" actId="22"/>
          <ac:picMkLst>
            <pc:docMk/>
            <pc:sldMk cId="3019850778" sldId="313"/>
            <ac:picMk id="4" creationId="{8A253AE1-BB85-76B5-C96E-973EEAE35501}"/>
          </ac:picMkLst>
        </pc:picChg>
      </pc:sldChg>
      <pc:sldChg chg="addSp delSp mod">
        <pc:chgData name="Megat Muhammad Aiman Mirza bin Riza Makhzan" userId="5c7d8b6a-881a-4c8d-b546-cb8d60295e62" providerId="ADAL" clId="{77F42E6D-81F6-47DB-A6D2-DC1B3491D5D6}" dt="2026-10-07T02:33:45.397" v="467" actId="478"/>
        <pc:sldMkLst>
          <pc:docMk/>
          <pc:sldMk cId="3844960964" sldId="314"/>
        </pc:sldMkLst>
        <pc:spChg chg="add">
          <ac:chgData name="Megat Muhammad Aiman Mirza bin Riza Makhzan" userId="5c7d8b6a-881a-4c8d-b546-cb8d60295e62" providerId="ADAL" clId="{77F42E6D-81F6-47DB-A6D2-DC1B3491D5D6}" dt="2026-10-07T02:33:43.295" v="466" actId="22"/>
          <ac:spMkLst>
            <pc:docMk/>
            <pc:sldMk cId="3844960964" sldId="314"/>
            <ac:spMk id="15" creationId="{687CC20C-9D9C-385C-B5E3-F542077145B1}"/>
          </ac:spMkLst>
        </pc:spChg>
      </pc:sldChg>
      <pc:sldChg chg="addSp modSp mod">
        <pc:chgData name="Megat Muhammad Aiman Mirza bin Riza Makhzan" userId="5c7d8b6a-881a-4c8d-b546-cb8d60295e62" providerId="ADAL" clId="{77F42E6D-81F6-47DB-A6D2-DC1B3491D5D6}" dt="2026-10-07T02:17:29.794" v="465" actId="12788"/>
        <pc:sldMkLst>
          <pc:docMk/>
          <pc:sldMk cId="2585746437" sldId="322"/>
        </pc:sldMkLst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4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5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6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6:57.481" v="436" actId="164"/>
          <ac:spMkLst>
            <pc:docMk/>
            <pc:sldMk cId="2585746437" sldId="322"/>
            <ac:spMk id="9" creationId="{00000000-0000-0000-0000-000000000000}"/>
          </ac:spMkLst>
        </pc:spChg>
        <pc:grpChg chg="add mod">
          <ac:chgData name="Megat Muhammad Aiman Mirza bin Riza Makhzan" userId="5c7d8b6a-881a-4c8d-b546-cb8d60295e62" providerId="ADAL" clId="{77F42E6D-81F6-47DB-A6D2-DC1B3491D5D6}" dt="2026-10-07T02:17:29.794" v="465" actId="12788"/>
          <ac:grpSpMkLst>
            <pc:docMk/>
            <pc:sldMk cId="2585746437" sldId="322"/>
            <ac:grpSpMk id="7" creationId="{AF8E4836-B9BB-5D32-5006-FF02116A0761}"/>
          </ac:grpSpMkLst>
        </pc:grpChg>
        <pc:picChg chg="mod">
          <ac:chgData name="Megat Muhammad Aiman Mirza bin Riza Makhzan" userId="5c7d8b6a-881a-4c8d-b546-cb8d60295e62" providerId="ADAL" clId="{77F42E6D-81F6-47DB-A6D2-DC1B3491D5D6}" dt="2026-10-07T02:17:03.620" v="449" actId="1036"/>
          <ac:picMkLst>
            <pc:docMk/>
            <pc:sldMk cId="2585746437" sldId="322"/>
            <ac:picMk id="8" creationId="{00000000-0000-0000-0000-000000000000}"/>
          </ac:picMkLst>
        </pc:picChg>
      </pc:sldChg>
      <pc:sldChg chg="add del ord">
        <pc:chgData name="Megat Muhammad Aiman Mirza bin Riza Makhzan" userId="5c7d8b6a-881a-4c8d-b546-cb8d60295e62" providerId="ADAL" clId="{77F42E6D-81F6-47DB-A6D2-DC1B3491D5D6}" dt="2026-10-01T09:49:16.871" v="325"/>
        <pc:sldMkLst>
          <pc:docMk/>
          <pc:sldMk cId="255774341" sldId="2147482012"/>
        </pc:sldMkLst>
      </pc:sldChg>
      <pc:sldChg chg="add del">
        <pc:chgData name="Megat Muhammad Aiman Mirza bin Riza Makhzan" userId="5c7d8b6a-881a-4c8d-b546-cb8d60295e62" providerId="ADAL" clId="{77F42E6D-81F6-47DB-A6D2-DC1B3491D5D6}" dt="2026-10-01T09:50:01.239" v="330"/>
        <pc:sldMkLst>
          <pc:docMk/>
          <pc:sldMk cId="1326358899" sldId="2147482013"/>
        </pc:sldMkLst>
      </pc:sldChg>
      <pc:sldChg chg="modSp add mod">
        <pc:chgData name="Megat Muhammad Aiman Mirza bin Riza Makhzan" userId="5c7d8b6a-881a-4c8d-b546-cb8d60295e62" providerId="ADAL" clId="{77F42E6D-81F6-47DB-A6D2-DC1B3491D5D6}" dt="2026-10-01T10:04:38.378" v="363" actId="113"/>
        <pc:sldMkLst>
          <pc:docMk/>
          <pc:sldMk cId="3327035448" sldId="2147482018"/>
        </pc:sldMkLst>
        <pc:spChg chg="mod">
          <ac:chgData name="Megat Muhammad Aiman Mirza bin Riza Makhzan" userId="5c7d8b6a-881a-4c8d-b546-cb8d60295e62" providerId="ADAL" clId="{77F42E6D-81F6-47DB-A6D2-DC1B3491D5D6}" dt="2026-10-01T10:04:38.378" v="363" actId="113"/>
          <ac:spMkLst>
            <pc:docMk/>
            <pc:sldMk cId="3327035448" sldId="2147482018"/>
            <ac:spMk id="10" creationId="{1B596ABF-926C-44EA-EECF-AA22CC93F649}"/>
          </ac:spMkLst>
        </pc:spChg>
      </pc:sldChg>
      <pc:sldChg chg="add del">
        <pc:chgData name="Megat Muhammad Aiman Mirza bin Riza Makhzan" userId="5c7d8b6a-881a-4c8d-b546-cb8d60295e62" providerId="ADAL" clId="{77F42E6D-81F6-47DB-A6D2-DC1B3491D5D6}" dt="2026-10-01T09:51:16.186" v="341"/>
        <pc:sldMkLst>
          <pc:docMk/>
          <pc:sldMk cId="1263653613" sldId="2147482022"/>
        </pc:sldMkLst>
      </pc:sldChg>
      <pc:sldChg chg="add del ord">
        <pc:chgData name="Megat Muhammad Aiman Mirza bin Riza Makhzan" userId="5c7d8b6a-881a-4c8d-b546-cb8d60295e62" providerId="ADAL" clId="{77F42E6D-81F6-47DB-A6D2-DC1B3491D5D6}" dt="2026-10-01T09:53:24.794" v="348"/>
        <pc:sldMkLst>
          <pc:docMk/>
          <pc:sldMk cId="2843705348" sldId="2147482030"/>
        </pc:sldMkLst>
      </pc:sldChg>
      <pc:sldChg chg="addSp modSp mod">
        <pc:chgData name="Megat Muhammad Aiman Mirza bin Riza Makhzan" userId="5c7d8b6a-881a-4c8d-b546-cb8d60295e62" providerId="ADAL" clId="{77F42E6D-81F6-47DB-A6D2-DC1B3491D5D6}" dt="2026-10-07T02:34:30.794" v="486" actId="1036"/>
        <pc:sldMkLst>
          <pc:docMk/>
          <pc:sldMk cId="0" sldId="2147483643"/>
        </pc:sldMkLst>
        <pc:spChg chg="mod">
          <ac:chgData name="Megat Muhammad Aiman Mirza bin Riza Makhzan" userId="5c7d8b6a-881a-4c8d-b546-cb8d60295e62" providerId="ADAL" clId="{77F42E6D-81F6-47DB-A6D2-DC1B3491D5D6}" dt="2026-10-07T02:34:30.794" v="486" actId="1036"/>
          <ac:spMkLst>
            <pc:docMk/>
            <pc:sldMk cId="0" sldId="2147483643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34:23.840" v="480" actId="1036"/>
          <ac:spMkLst>
            <pc:docMk/>
            <pc:sldMk cId="0" sldId="2147483643"/>
            <ac:spMk id="3" creationId="{00000000-0000-0000-0000-000000000000}"/>
          </ac:spMkLst>
        </pc:spChg>
        <pc:spChg chg="add">
          <ac:chgData name="Megat Muhammad Aiman Mirza bin Riza Makhzan" userId="5c7d8b6a-881a-4c8d-b546-cb8d60295e62" providerId="ADAL" clId="{77F42E6D-81F6-47DB-A6D2-DC1B3491D5D6}" dt="2026-10-07T02:34:16.343" v="470" actId="22"/>
          <ac:spMkLst>
            <pc:docMk/>
            <pc:sldMk cId="0" sldId="2147483643"/>
            <ac:spMk id="40" creationId="{B95EEACB-5F9B-71FA-5FFB-B26801886345}"/>
          </ac:spMkLst>
        </pc:spChg>
      </pc:sldChg>
      <pc:sldChg chg="addSp modSp mod">
        <pc:chgData name="Megat Muhammad Aiman Mirza bin Riza Makhzan" userId="5c7d8b6a-881a-4c8d-b546-cb8d60295e62" providerId="ADAL" clId="{77F42E6D-81F6-47DB-A6D2-DC1B3491D5D6}" dt="2026-10-07T02:34:44.090" v="507" actId="22"/>
        <pc:sldMkLst>
          <pc:docMk/>
          <pc:sldMk cId="0" sldId="2147483644"/>
        </pc:sldMkLst>
        <pc:spChg chg="mod">
          <ac:chgData name="Megat Muhammad Aiman Mirza bin Riza Makhzan" userId="5c7d8b6a-881a-4c8d-b546-cb8d60295e62" providerId="ADAL" clId="{77F42E6D-81F6-47DB-A6D2-DC1B3491D5D6}" dt="2026-10-07T02:34:39.781" v="506" actId="1036"/>
          <ac:spMkLst>
            <pc:docMk/>
            <pc:sldMk cId="0" sldId="2147483644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34:39.781" v="506" actId="1036"/>
          <ac:spMkLst>
            <pc:docMk/>
            <pc:sldMk cId="0" sldId="2147483644"/>
            <ac:spMk id="3" creationId="{00000000-0000-0000-0000-000000000000}"/>
          </ac:spMkLst>
        </pc:spChg>
        <pc:spChg chg="add">
          <ac:chgData name="Megat Muhammad Aiman Mirza bin Riza Makhzan" userId="5c7d8b6a-881a-4c8d-b546-cb8d60295e62" providerId="ADAL" clId="{77F42E6D-81F6-47DB-A6D2-DC1B3491D5D6}" dt="2026-10-07T02:34:44.090" v="507" actId="22"/>
          <ac:spMkLst>
            <pc:docMk/>
            <pc:sldMk cId="0" sldId="2147483644"/>
            <ac:spMk id="22" creationId="{DC94390C-0EA8-7D8D-B4D6-449FC4A49091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64C413F3-67A3-5A00-307C-A919CDEA0C01}"/>
    <pc:docChg chg="modSld">
      <p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<pc:docMkLst>
        <pc:docMk/>
      </pc:docMkLst>
      <pc:sldChg chg="modSp">
        <p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  <pc:sldMkLst>
          <pc:docMk/>
          <pc:sldMk cId="2273026248" sldId="275"/>
        </pc:sldMkLst>
        <pc:spChg chg="mod">
          <a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    <ac:spMkLst>
            <pc:docMk/>
            <pc:sldMk cId="2273026248" sldId="275"/>
            <ac:spMk id="10" creationId="{6CE3E8B2-18F8-B6DD-12DA-50C360899DEC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99A721C8-9E63-88B4-3FAA-5C084EF270CA}"/>
    <pc:docChg chg="modSld">
      <pc:chgData name="sivavenayakam.vela" userId="S::sivavenayakam.vela_finexusgroup.com#ext#@simedarbyproperty.onmicrosoft.com::0358e331-dc8a-4462-a146-91e1e27e26b7" providerId="AD" clId="Web-{99A721C8-9E63-88B4-3FAA-5C084EF270CA}" dt="2026-10-09T03:45:49.563" v="11"/>
      <pc:docMkLst>
        <pc:docMk/>
      </pc:docMkLst>
      <pc:sldChg chg="addSp delSp modSp">
        <pc:chgData name="sivavenayakam.vela" userId="S::sivavenayakam.vela_finexusgroup.com#ext#@simedarbyproperty.onmicrosoft.com::0358e331-dc8a-4462-a146-91e1e27e26b7" providerId="AD" clId="Web-{99A721C8-9E63-88B4-3FAA-5C084EF270CA}" dt="2026-10-09T03:45:49.563" v="11"/>
        <pc:sldMkLst>
          <pc:docMk/>
          <pc:sldMk cId="3585833324" sldId="279"/>
        </pc:sldMkLst>
        <pc:picChg chg="add mod ord">
          <ac:chgData name="sivavenayakam.vela" userId="S::sivavenayakam.vela_finexusgroup.com#ext#@simedarbyproperty.onmicrosoft.com::0358e331-dc8a-4462-a146-91e1e27e26b7" providerId="AD" clId="Web-{99A721C8-9E63-88B4-3FAA-5C084EF270CA}" dt="2026-10-09T03:45:38.547" v="10"/>
          <ac:picMkLst>
            <pc:docMk/>
            <pc:sldMk cId="3585833324" sldId="279"/>
            <ac:picMk id="2" creationId="{2DDB8B6E-114C-C4EC-C69D-D085551A333F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485F0045-5775-06E4-7863-92939D3549F4}"/>
    <pc:docChg chg="modSld">
      <pc:chgData name="susilan" userId="S::susilan_gmail.com#ext#@simedarbyproperty.onmicrosoft.com::f889d067-c3d7-4f44-8283-9188a5999519" providerId="AD" clId="Web-{485F0045-5775-06E4-7863-92939D3549F4}" dt="2026-10-06T08:15:19.925" v="3"/>
      <pc:docMkLst>
        <pc:docMk/>
      </pc:docMkLst>
      <pc:sldChg chg="modSp">
        <pc:chgData name="susilan" userId="S::susilan_gmail.com#ext#@simedarbyproperty.onmicrosoft.com::f889d067-c3d7-4f44-8283-9188a5999519" providerId="AD" clId="Web-{485F0045-5775-06E4-7863-92939D3549F4}" dt="2026-10-06T08:15:00.722" v="1"/>
        <pc:sldMkLst>
          <pc:docMk/>
          <pc:sldMk cId="1539441989" sldId="311"/>
        </pc:sldMkLst>
        <pc:picChg chg="mod modCrop">
          <ac:chgData name="susilan" userId="S::susilan_gmail.com#ext#@simedarbyproperty.onmicrosoft.com::f889d067-c3d7-4f44-8283-9188a5999519" providerId="AD" clId="Web-{485F0045-5775-06E4-7863-92939D3549F4}" dt="2026-10-06T08:15:00.722" v="1"/>
          <ac:picMkLst>
            <pc:docMk/>
            <pc:sldMk cId="1539441989" sldId="311"/>
            <ac:picMk id="2" creationId="{3505CC89-FCA9-FD7F-175D-54BE90E0119E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2ADD8203-91CB-0BE8-5F1D-A909D4C95908}"/>
    <pc:docChg chg="modSld">
      <pc:chgData name="susilan" userId="S::susilan_gmail.com#ext#@simedarbyproperty.onmicrosoft.com::f889d067-c3d7-4f44-8283-9188a5999519" providerId="AD" clId="Web-{2ADD8203-91CB-0BE8-5F1D-A909D4C95908}" dt="2026-10-06T07:08:31.484" v="72"/>
      <pc:docMkLst>
        <pc:docMk/>
      </pc:docMkLst>
      <pc:sldChg chg="addSp modSp">
        <pc:chgData name="susilan" userId="S::susilan_gmail.com#ext#@simedarbyproperty.onmicrosoft.com::f889d067-c3d7-4f44-8283-9188a5999519" providerId="AD" clId="Web-{2ADD8203-91CB-0BE8-5F1D-A909D4C95908}" dt="2026-10-06T07:08:17.639" v="70" actId="1076"/>
        <pc:sldMkLst>
          <pc:docMk/>
          <pc:sldMk cId="1539441989" sldId="311"/>
        </pc:sldMkLst>
        <pc:spChg chg="add mod">
          <ac:chgData name="susilan" userId="S::susilan_gmail.com#ext#@simedarbyproperty.onmicrosoft.com::f889d067-c3d7-4f44-8283-9188a5999519" providerId="AD" clId="Web-{2ADD8203-91CB-0BE8-5F1D-A909D4C95908}" dt="2026-10-06T07:08:17.639" v="70" actId="1076"/>
          <ac:spMkLst>
            <pc:docMk/>
            <pc:sldMk cId="1539441989" sldId="311"/>
            <ac:spMk id="4" creationId="{08BAD757-1410-8EBB-7697-B41A08D4CE13}"/>
          </ac:spMkLst>
        </pc:spChg>
        <pc:picChg chg="add mod modCrop">
          <ac:chgData name="susilan" userId="S::susilan_gmail.com#ext#@simedarbyproperty.onmicrosoft.com::f889d067-c3d7-4f44-8283-9188a5999519" providerId="AD" clId="Web-{2ADD8203-91CB-0BE8-5F1D-A909D4C95908}" dt="2026-10-06T07:08:15.561" v="69" actId="1076"/>
          <ac:picMkLst>
            <pc:docMk/>
            <pc:sldMk cId="1539441989" sldId="311"/>
            <ac:picMk id="2" creationId="{3505CC89-FCA9-FD7F-175D-54BE90E0119E}"/>
          </ac:picMkLst>
        </pc:picChg>
      </pc:sldChg>
    </pc:docChg>
  </pc:docChgLst>
  <pc:docChgLst>
    <pc:chgData name="Lam Su Ki" userId="408e329d-6bf0-46cf-97ea-24bc5c40e69f" providerId="ADAL" clId="{233F666F-5FAD-5127-9CA6-DD15D5DCC581}"/>
    <pc:docChg chg="undo custSel addSld delSld modSld sldOrd modMainMaster modNotesMaster">
      <pc:chgData name="Lam Su Ki" userId="408e329d-6bf0-46cf-97ea-24bc5c40e69f" providerId="ADAL" clId="{233F666F-5FAD-5127-9CA6-DD15D5DCC581}" dt="2026-10-09T08:37:42.724" v="1575" actId="20577"/>
      <pc:docMkLst>
        <pc:docMk/>
      </pc:docMkLst>
      <pc:sldChg chg="add">
        <pc:chgData name="Lam Su Ki" userId="408e329d-6bf0-46cf-97ea-24bc5c40e69f" providerId="ADAL" clId="{233F666F-5FAD-5127-9CA6-DD15D5DCC581}" dt="2026-10-09T01:59:19.945" v="873"/>
        <pc:sldMkLst>
          <pc:docMk/>
          <pc:sldMk cId="3772892042" sldId="258"/>
        </pc:sldMkLst>
      </pc:sldChg>
      <pc:sldChg chg="modSp mod">
        <pc:chgData name="Lam Su Ki" userId="408e329d-6bf0-46cf-97ea-24bc5c40e69f" providerId="ADAL" clId="{233F666F-5FAD-5127-9CA6-DD15D5DCC581}" dt="2026-10-07T04:50:36.974" v="833" actId="1076"/>
        <pc:sldMkLst>
          <pc:docMk/>
          <pc:sldMk cId="272319225" sldId="261"/>
        </pc:sldMkLst>
        <pc:picChg chg="mod">
          <ac:chgData name="Lam Su Ki" userId="408e329d-6bf0-46cf-97ea-24bc5c40e69f" providerId="ADAL" clId="{233F666F-5FAD-5127-9CA6-DD15D5DCC581}" dt="2026-10-07T04:50:36.974" v="833" actId="1076"/>
          <ac:picMkLst>
            <pc:docMk/>
            <pc:sldMk cId="272319225" sldId="261"/>
            <ac:picMk id="4" creationId="{6600AFD3-1F56-4BD4-10BE-1780BE6CB1FB}"/>
          </ac:picMkLst>
        </pc:picChg>
      </pc:sldChg>
      <pc:sldChg chg="modSp mod">
        <pc:chgData name="Lam Su Ki" userId="408e329d-6bf0-46cf-97ea-24bc5c40e69f" providerId="ADAL" clId="{233F666F-5FAD-5127-9CA6-DD15D5DCC581}" dt="2026-10-07T04:50:02.123" v="831" actId="1076"/>
        <pc:sldMkLst>
          <pc:docMk/>
          <pc:sldMk cId="1044785556" sldId="264"/>
        </pc:sldMkLst>
        <pc:picChg chg="mod">
          <ac:chgData name="Lam Su Ki" userId="408e329d-6bf0-46cf-97ea-24bc5c40e69f" providerId="ADAL" clId="{233F666F-5FAD-5127-9CA6-DD15D5DCC581}" dt="2026-10-07T04:50:02.123" v="831" actId="1076"/>
          <ac:picMkLst>
            <pc:docMk/>
            <pc:sldMk cId="1044785556" sldId="264"/>
            <ac:picMk id="16" creationId="{61477E69-BFE0-021F-7813-99FEB67DC53D}"/>
          </ac:picMkLst>
        </pc:picChg>
      </pc:sldChg>
      <pc:sldChg chg="addSp 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3664192867" sldId="265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3664192867" sldId="265"/>
            <ac:spMk id="46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8:37:42.724" v="1575" actId="20577"/>
        <pc:sldMkLst>
          <pc:docMk/>
          <pc:sldMk cId="3574753978" sldId="266"/>
        </pc:sldMkLst>
        <pc:spChg chg="mod">
          <ac:chgData name="Lam Su Ki" userId="408e329d-6bf0-46cf-97ea-24bc5c40e69f" providerId="ADAL" clId="{233F666F-5FAD-5127-9CA6-DD15D5DCC581}" dt="2026-10-09T08:37:42.724" v="1575" actId="20577"/>
          <ac:spMkLst>
            <pc:docMk/>
            <pc:sldMk cId="3574753978" sldId="266"/>
            <ac:spMk id="4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932603164" sldId="267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932603164" sldId="267"/>
            <ac:spMk id="31" creationId="{C149CFDB-7D80-0F8F-9643-9C8BEEB946AA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516824144" sldId="271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516824144" sldId="271"/>
            <ac:spMk id="25" creationId="{02999478-6240-7065-80FB-1109B02CCFFC}"/>
          </ac:spMkLst>
        </pc:spChg>
      </pc:sldChg>
      <pc:sldChg chg="add ord">
        <pc:chgData name="Lam Su Ki" userId="408e329d-6bf0-46cf-97ea-24bc5c40e69f" providerId="ADAL" clId="{233F666F-5FAD-5127-9CA6-DD15D5DCC581}" dt="2026-10-09T02:24:57.603" v="960" actId="20578"/>
        <pc:sldMkLst>
          <pc:docMk/>
          <pc:sldMk cId="4104552767" sldId="273"/>
        </pc:sldMkLst>
      </pc:sldChg>
      <pc:sldChg chg="addSp modSp mod">
        <pc:chgData name="Lam Su Ki" userId="408e329d-6bf0-46cf-97ea-24bc5c40e69f" providerId="ADAL" clId="{233F666F-5FAD-5127-9CA6-DD15D5DCC581}" dt="2026-10-09T02:14:16.837" v="878" actId="207"/>
        <pc:sldMkLst>
          <pc:docMk/>
          <pc:sldMk cId="1664391245" sldId="274"/>
        </pc:sldMkLst>
        <pc:spChg chg="mod">
          <ac:chgData name="Lam Su Ki" userId="408e329d-6bf0-46cf-97ea-24bc5c40e69f" providerId="ADAL" clId="{233F666F-5FAD-5127-9CA6-DD15D5DCC581}" dt="2026-10-09T02:14:16.837" v="878" actId="207"/>
          <ac:spMkLst>
            <pc:docMk/>
            <pc:sldMk cId="1664391245" sldId="274"/>
            <ac:spMk id="113" creationId="{00000000-0000-0000-0000-000000000000}"/>
          </ac:spMkLst>
        </pc:spChg>
      </pc:sldChg>
      <pc:sldChg chg="addSp modSp mod">
        <pc:chgData name="Lam Su Ki" userId="408e329d-6bf0-46cf-97ea-24bc5c40e69f" providerId="ADAL" clId="{233F666F-5FAD-5127-9CA6-DD15D5DCC581}" dt="2026-10-02T02:14:51.585" v="58" actId="13926"/>
        <pc:sldMkLst>
          <pc:docMk/>
          <pc:sldMk cId="2273026248" sldId="275"/>
        </pc:sldMkLst>
      </pc:sldChg>
      <pc:sldChg chg="addSp 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3831048517" sldId="278"/>
        </pc:sldMkLst>
        <pc:spChg chg="mod">
          <ac:chgData name="Lam Su Ki" userId="408e329d-6bf0-46cf-97ea-24bc5c40e69f" providerId="ADAL" clId="{233F666F-5FAD-5127-9CA6-DD15D5DCC581}" dt="2026-10-02T02:19:35.220" v="243" actId="20577"/>
          <ac:spMkLst>
            <pc:docMk/>
            <pc:sldMk cId="3831048517" sldId="278"/>
            <ac:spMk id="5" creationId="{8ACAE3B1-651F-75B8-DCC3-6D0CB7F8074D}"/>
          </ac:spMkLst>
        </pc:spChg>
        <pc:spChg chg="mod">
          <ac:chgData name="Lam Su Ki" userId="408e329d-6bf0-46cf-97ea-24bc5c40e69f" providerId="ADAL" clId="{233F666F-5FAD-5127-9CA6-DD15D5DCC581}" dt="2026-10-09T02:19:10.599" v="886" actId="20577"/>
          <ac:spMkLst>
            <pc:docMk/>
            <pc:sldMk cId="3831048517" sldId="278"/>
            <ac:spMk id="6" creationId="{75C0FD4A-0AEF-D428-1CA2-475B25EB4E82}"/>
          </ac:spMkLst>
        </pc:spChg>
        <pc:spChg chg="mod">
          <ac:chgData name="Lam Su Ki" userId="408e329d-6bf0-46cf-97ea-24bc5c40e69f" providerId="ADAL" clId="{233F666F-5FAD-5127-9CA6-DD15D5DCC581}" dt="2026-10-09T02:22:22.515" v="930" actId="26606"/>
          <ac:spMkLst>
            <pc:docMk/>
            <pc:sldMk cId="3831048517" sldId="278"/>
            <ac:spMk id="11" creationId="{5FBB8221-2484-FC18-AF9B-2868FD538035}"/>
          </ac:spMkLst>
        </pc:spChg>
      </pc:sldChg>
      <pc:sldChg chg="addSp modSp mod">
        <pc:chgData name="Lam Su Ki" userId="408e329d-6bf0-46cf-97ea-24bc5c40e69f" providerId="ADAL" clId="{233F666F-5FAD-5127-9CA6-DD15D5DCC581}" dt="2026-10-09T02:24:00.487" v="950" actId="1076"/>
        <pc:sldMkLst>
          <pc:docMk/>
          <pc:sldMk cId="3585833324" sldId="279"/>
        </pc:sldMkLst>
        <pc:spChg chg="mod">
          <ac:chgData name="Lam Su Ki" userId="408e329d-6bf0-46cf-97ea-24bc5c40e69f" providerId="ADAL" clId="{233F666F-5FAD-5127-9CA6-DD15D5DCC581}" dt="2026-10-02T02:21:36.515" v="303" actId="20577"/>
          <ac:spMkLst>
            <pc:docMk/>
            <pc:sldMk cId="3585833324" sldId="279"/>
            <ac:spMk id="6" creationId="{075E1EF6-449E-1483-4AAC-5DEC1DCC8FFA}"/>
          </ac:spMkLst>
        </pc:spChg>
      </pc:sldChg>
      <pc:sldChg chg="addSp modSp mod">
        <pc:chgData name="Lam Su Ki" userId="408e329d-6bf0-46cf-97ea-24bc5c40e69f" providerId="ADAL" clId="{233F666F-5FAD-5127-9CA6-DD15D5DCC581}" dt="2026-10-09T02:24:29.782" v="959" actId="1076"/>
        <pc:sldMkLst>
          <pc:docMk/>
          <pc:sldMk cId="4257312755" sldId="281"/>
        </pc:sldMkLst>
      </pc:sldChg>
      <pc:sldChg chg="addSp delSp modSp add mod">
        <pc:chgData name="Lam Su Ki" userId="408e329d-6bf0-46cf-97ea-24bc5c40e69f" providerId="ADAL" clId="{233F666F-5FAD-5127-9CA6-DD15D5DCC581}" dt="2026-10-09T08:01:49.855" v="1475" actId="1035"/>
        <pc:sldMkLst>
          <pc:docMk/>
          <pc:sldMk cId="633677772" sldId="283"/>
        </pc:sldMkLst>
        <pc:spChg chg="mod">
          <ac:chgData name="Lam Su Ki" userId="408e329d-6bf0-46cf-97ea-24bc5c40e69f" providerId="ADAL" clId="{233F666F-5FAD-5127-9CA6-DD15D5DCC581}" dt="2026-10-09T08:00:10.329" v="1407" actId="12788"/>
          <ac:spMkLst>
            <pc:docMk/>
            <pc:sldMk cId="633677772" sldId="283"/>
            <ac:spMk id="2" creationId="{D6683336-C8A6-348C-08ED-92870AC22D9B}"/>
          </ac:spMkLst>
        </pc:spChg>
        <pc:spChg chg="add mod">
          <ac:chgData name="Lam Su Ki" userId="408e329d-6bf0-46cf-97ea-24bc5c40e69f" providerId="ADAL" clId="{233F666F-5FAD-5127-9CA6-DD15D5DCC581}" dt="2026-10-09T08:01:49.855" v="1475" actId="1035"/>
          <ac:spMkLst>
            <pc:docMk/>
            <pc:sldMk cId="633677772" sldId="283"/>
            <ac:spMk id="3" creationId="{F5FAB8EC-080D-1A88-D0B4-7F5802AB9DCE}"/>
          </ac:spMkLst>
        </pc:spChg>
        <pc:spChg chg="mod">
          <ac:chgData name="Lam Su Ki" userId="408e329d-6bf0-46cf-97ea-24bc5c40e69f" providerId="ADAL" clId="{233F666F-5FAD-5127-9CA6-DD15D5DCC581}" dt="2026-10-09T08:00:10.329" v="1407" actId="12788"/>
          <ac:spMkLst>
            <pc:docMk/>
            <pc:sldMk cId="633677772" sldId="283"/>
            <ac:spMk id="13" creationId="{0B5CEF12-FEFD-E55C-CFD5-989DC915859A}"/>
          </ac:spMkLst>
        </pc:spChg>
      </pc:sldChg>
      <pc:sldChg chg="addSp delSp modSp add mod">
        <pc:chgData name="Lam Su Ki" userId="408e329d-6bf0-46cf-97ea-24bc5c40e69f" providerId="ADAL" clId="{233F666F-5FAD-5127-9CA6-DD15D5DCC581}" dt="2026-10-01T07:01:01.666" v="20"/>
        <pc:sldMkLst>
          <pc:docMk/>
          <pc:sldMk cId="1733415637" sldId="284"/>
        </pc:sldMkLst>
        <pc:picChg chg="add mod">
          <ac:chgData name="Lam Su Ki" userId="408e329d-6bf0-46cf-97ea-24bc5c40e69f" providerId="ADAL" clId="{233F666F-5FAD-5127-9CA6-DD15D5DCC581}" dt="2026-10-01T07:01:01.666" v="20"/>
          <ac:picMkLst>
            <pc:docMk/>
            <pc:sldMk cId="1733415637" sldId="284"/>
            <ac:picMk id="3" creationId="{44C31122-3775-50CF-195A-889BA8D7A8C5}"/>
          </ac:picMkLst>
        </pc:picChg>
      </pc:sldChg>
      <pc:sldChg chg="addSp delSp modSp add mod">
        <pc:chgData name="Lam Su Ki" userId="408e329d-6bf0-46cf-97ea-24bc5c40e69f" providerId="ADAL" clId="{233F666F-5FAD-5127-9CA6-DD15D5DCC581}" dt="2026-10-01T07:01:18.116" v="27"/>
        <pc:sldMkLst>
          <pc:docMk/>
          <pc:sldMk cId="4051054812" sldId="285"/>
        </pc:sldMkLst>
      </pc:sldChg>
      <pc:sldChg chg="addSp modSp add">
        <pc:chgData name="Lam Su Ki" userId="408e329d-6bf0-46cf-97ea-24bc5c40e69f" providerId="ADAL" clId="{233F666F-5FAD-5127-9CA6-DD15D5DCC581}" dt="2026-10-01T07:01:54.673" v="28"/>
        <pc:sldMkLst>
          <pc:docMk/>
          <pc:sldMk cId="2352577247" sldId="286"/>
        </pc:sldMkLst>
      </pc:sldChg>
      <pc:sldChg chg="addSp modSp add">
        <pc:chgData name="Lam Su Ki" userId="408e329d-6bf0-46cf-97ea-24bc5c40e69f" providerId="ADAL" clId="{233F666F-5FAD-5127-9CA6-DD15D5DCC581}" dt="2026-10-01T07:02:27.365" v="29"/>
        <pc:sldMkLst>
          <pc:docMk/>
          <pc:sldMk cId="3203652752" sldId="287"/>
        </pc:sldMkLst>
      </pc:sldChg>
      <pc:sldChg chg="addSp modSp add">
        <pc:chgData name="Lam Su Ki" userId="408e329d-6bf0-46cf-97ea-24bc5c40e69f" providerId="ADAL" clId="{233F666F-5FAD-5127-9CA6-DD15D5DCC581}" dt="2026-10-01T07:03:05.385" v="31"/>
        <pc:sldMkLst>
          <pc:docMk/>
          <pc:sldMk cId="1886707614" sldId="289"/>
        </pc:sldMkLst>
        <pc:picChg chg="add mod">
          <ac:chgData name="Lam Su Ki" userId="408e329d-6bf0-46cf-97ea-24bc5c40e69f" providerId="ADAL" clId="{233F666F-5FAD-5127-9CA6-DD15D5DCC581}" dt="2026-10-01T07:03:05.385" v="31"/>
          <ac:picMkLst>
            <pc:docMk/>
            <pc:sldMk cId="1886707614" sldId="289"/>
            <ac:picMk id="3" creationId="{FB213596-FA7F-F232-6E0F-2B7B892A405A}"/>
          </ac:picMkLst>
        </pc:picChg>
      </pc:sldChg>
      <pc:sldChg chg="addSp modSp add">
        <pc:chgData name="Lam Su Ki" userId="408e329d-6bf0-46cf-97ea-24bc5c40e69f" providerId="ADAL" clId="{233F666F-5FAD-5127-9CA6-DD15D5DCC581}" dt="2026-10-01T07:08:06.064" v="41"/>
        <pc:sldMkLst>
          <pc:docMk/>
          <pc:sldMk cId="4033416603" sldId="291"/>
        </pc:sldMkLst>
        <pc:picChg chg="add mod">
          <ac:chgData name="Lam Su Ki" userId="408e329d-6bf0-46cf-97ea-24bc5c40e69f" providerId="ADAL" clId="{233F666F-5FAD-5127-9CA6-DD15D5DCC581}" dt="2026-10-01T07:08:06.064" v="41"/>
          <ac:picMkLst>
            <pc:docMk/>
            <pc:sldMk cId="4033416603" sldId="291"/>
            <ac:picMk id="3" creationId="{8F7E49F5-1B4A-885C-65BE-28ABD32495C0}"/>
          </ac:picMkLst>
        </pc:picChg>
      </pc:sldChg>
      <pc:sldChg chg="addSp modSp add">
        <pc:chgData name="Lam Su Ki" userId="408e329d-6bf0-46cf-97ea-24bc5c40e69f" providerId="ADAL" clId="{233F666F-5FAD-5127-9CA6-DD15D5DCC581}" dt="2026-10-01T07:08:41.914" v="44"/>
        <pc:sldMkLst>
          <pc:docMk/>
          <pc:sldMk cId="829898781" sldId="292"/>
        </pc:sldMkLst>
        <pc:picChg chg="add mod">
          <ac:chgData name="Lam Su Ki" userId="408e329d-6bf0-46cf-97ea-24bc5c40e69f" providerId="ADAL" clId="{233F666F-5FAD-5127-9CA6-DD15D5DCC581}" dt="2026-10-01T07:08:41.914" v="44"/>
          <ac:picMkLst>
            <pc:docMk/>
            <pc:sldMk cId="829898781" sldId="292"/>
            <ac:picMk id="4" creationId="{3BA9DC82-7D44-1AF0-6B60-CABA023FE316}"/>
          </ac:picMkLst>
        </pc:picChg>
      </pc:sldChg>
      <pc:sldChg chg="addSp modSp add mod">
        <pc:chgData name="Lam Su Ki" userId="408e329d-6bf0-46cf-97ea-24bc5c40e69f" providerId="ADAL" clId="{233F666F-5FAD-5127-9CA6-DD15D5DCC581}" dt="2026-10-09T01:55:20.489" v="870" actId="1076"/>
        <pc:sldMkLst>
          <pc:docMk/>
          <pc:sldMk cId="1113826139" sldId="293"/>
        </pc:sldMkLst>
        <pc:spChg chg="add mod">
          <ac:chgData name="Lam Su Ki" userId="408e329d-6bf0-46cf-97ea-24bc5c40e69f" providerId="ADAL" clId="{233F666F-5FAD-5127-9CA6-DD15D5DCC581}" dt="2026-10-09T01:55:20.489" v="870" actId="1076"/>
          <ac:spMkLst>
            <pc:docMk/>
            <pc:sldMk cId="1113826139" sldId="293"/>
            <ac:spMk id="2" creationId="{BF90FCF0-DB87-F34D-6110-FC8915A66159}"/>
          </ac:spMkLst>
        </pc:spChg>
        <pc:picChg chg="add mod">
          <ac:chgData name="Lam Su Ki" userId="408e329d-6bf0-46cf-97ea-24bc5c40e69f" providerId="ADAL" clId="{233F666F-5FAD-5127-9CA6-DD15D5DCC581}" dt="2026-10-01T07:09:58.848" v="45"/>
          <ac:picMkLst>
            <pc:docMk/>
            <pc:sldMk cId="1113826139" sldId="293"/>
            <ac:picMk id="3" creationId="{C769BF82-599C-05F9-92C7-44F36F48C34E}"/>
          </ac:picMkLst>
        </pc:picChg>
      </pc:sldChg>
      <pc:sldChg chg="addSp modSp new mod">
        <pc:chgData name="Lam Su Ki" userId="408e329d-6bf0-46cf-97ea-24bc5c40e69f" providerId="ADAL" clId="{233F666F-5FAD-5127-9CA6-DD15D5DCC581}" dt="2026-10-09T08:02:09.345" v="1501" actId="1035"/>
        <pc:sldMkLst>
          <pc:docMk/>
          <pc:sldMk cId="3179212630" sldId="294"/>
        </pc:sldMkLst>
        <pc:spChg chg="mod">
          <ac:chgData name="Lam Su Ki" userId="408e329d-6bf0-46cf-97ea-24bc5c40e69f" providerId="ADAL" clId="{233F666F-5FAD-5127-9CA6-DD15D5DCC581}" dt="2026-10-09T08:02:09.345" v="1501" actId="1035"/>
          <ac:spMkLst>
            <pc:docMk/>
            <pc:sldMk cId="3179212630" sldId="294"/>
            <ac:spMk id="3" creationId="{9F2F7A53-80CD-DB59-6D8C-E9B3910209E3}"/>
          </ac:spMkLst>
        </pc:spChg>
      </pc:sldChg>
      <pc:sldChg chg="ord">
        <pc:chgData name="Lam Su Ki" userId="408e329d-6bf0-46cf-97ea-24bc5c40e69f" providerId="ADAL" clId="{233F666F-5FAD-5127-9CA6-DD15D5DCC581}" dt="2026-10-02T07:31:16.770" v="829" actId="20578"/>
        <pc:sldMkLst>
          <pc:docMk/>
          <pc:sldMk cId="471637218" sldId="295"/>
        </pc:sldMkLst>
      </pc:sldChg>
      <pc:sldChg chg="addSp modSp mod">
        <pc:chgData name="Lam Su Ki" userId="408e329d-6bf0-46cf-97ea-24bc5c40e69f" providerId="ADAL" clId="{233F666F-5FAD-5127-9CA6-DD15D5DCC581}" dt="2026-10-02T02:25:14.109" v="507" actId="20577"/>
        <pc:sldMkLst>
          <pc:docMk/>
          <pc:sldMk cId="2166275023" sldId="297"/>
        </pc:sldMkLst>
      </pc:sldChg>
      <pc:sldChg chg="addSp modSp mod">
        <pc:chgData name="Lam Su Ki" userId="408e329d-6bf0-46cf-97ea-24bc5c40e69f" providerId="ADAL" clId="{233F666F-5FAD-5127-9CA6-DD15D5DCC581}" dt="2026-10-02T02:26:06.582" v="557" actId="1076"/>
        <pc:sldMkLst>
          <pc:docMk/>
          <pc:sldMk cId="822415186" sldId="298"/>
        </pc:sldMkLst>
        <pc:spChg chg="add mod">
          <ac:chgData name="Lam Su Ki" userId="408e329d-6bf0-46cf-97ea-24bc5c40e69f" providerId="ADAL" clId="{233F666F-5FAD-5127-9CA6-DD15D5DCC581}" dt="2026-10-02T02:26:06.582" v="557" actId="1076"/>
          <ac:spMkLst>
            <pc:docMk/>
            <pc:sldMk cId="822415186" sldId="298"/>
            <ac:spMk id="2" creationId="{A9935B20-92DC-173C-34BA-CBA940571368}"/>
          </ac:spMkLst>
        </pc:spChg>
      </pc:sldChg>
      <pc:sldChg chg="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991187688" sldId="299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991187688" sldId="299"/>
            <ac:picMk id="2" creationId="{3A86559E-A490-92D7-65D3-16178B4378A4}"/>
          </ac:picMkLst>
        </pc:picChg>
      </pc:sldChg>
      <pc:sldChg chg="modSp add mod">
        <pc:chgData name="Lam Su Ki" userId="408e329d-6bf0-46cf-97ea-24bc5c40e69f" providerId="ADAL" clId="{233F666F-5FAD-5127-9CA6-DD15D5DCC581}" dt="2026-10-09T03:57:42.038" v="1190" actId="26606"/>
        <pc:sldMkLst>
          <pc:docMk/>
          <pc:sldMk cId="3464984194" sldId="302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3464984194" sldId="302"/>
            <ac:spMk id="31" creationId="{A9371804-3651-08DB-E57E-76FE35CCFA2E}"/>
          </ac:spMkLst>
        </pc:spChg>
      </pc:sldChg>
      <pc:sldChg chg="addSp delSp modSp add mod modShow">
        <pc:chgData name="Lam Su Ki" userId="408e329d-6bf0-46cf-97ea-24bc5c40e69f" providerId="ADAL" clId="{233F666F-5FAD-5127-9CA6-DD15D5DCC581}" dt="2026-10-09T03:57:42.038" v="1190" actId="26606"/>
        <pc:sldMkLst>
          <pc:docMk/>
          <pc:sldMk cId="664440938" sldId="303"/>
        </pc:sldMkLst>
        <pc:spChg chg="add mod">
          <ac:chgData name="Lam Su Ki" userId="408e329d-6bf0-46cf-97ea-24bc5c40e69f" providerId="ADAL" clId="{233F666F-5FAD-5127-9CA6-DD15D5DCC581}" dt="2026-10-02T02:35:17.012" v="694" actId="1076"/>
          <ac:spMkLst>
            <pc:docMk/>
            <pc:sldMk cId="664440938" sldId="303"/>
            <ac:spMk id="5" creationId="{A3128735-6D87-0E87-1AB5-A2037D4D1094}"/>
          </ac:spMkLst>
        </pc:spChg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664440938" sldId="303"/>
            <ac:spMk id="25" creationId="{E21A9230-B2AA-202A-96A6-F06AC61D462A}"/>
          </ac:spMkLst>
        </pc:spChg>
      </pc:sldChg>
      <pc:sldChg chg="add">
        <pc:chgData name="Lam Su Ki" userId="408e329d-6bf0-46cf-97ea-24bc5c40e69f" providerId="ADAL" clId="{233F666F-5FAD-5127-9CA6-DD15D5DCC581}" dt="2026-10-02T02:28:02.483" v="558"/>
        <pc:sldMkLst>
          <pc:docMk/>
          <pc:sldMk cId="2385503925" sldId="304"/>
        </pc:sldMkLst>
      </pc:sldChg>
      <pc:sldChg chg="add">
        <pc:chgData name="Lam Su Ki" userId="408e329d-6bf0-46cf-97ea-24bc5c40e69f" providerId="ADAL" clId="{233F666F-5FAD-5127-9CA6-DD15D5DCC581}" dt="2026-10-02T02:28:02.483" v="558"/>
        <pc:sldMkLst>
          <pc:docMk/>
          <pc:sldMk cId="748118927" sldId="305"/>
        </pc:sldMkLst>
      </pc:sldChg>
      <pc:sldChg chg="addSp delSp modSp mod">
        <pc:chgData name="Lam Su Ki" userId="408e329d-6bf0-46cf-97ea-24bc5c40e69f" providerId="ADAL" clId="{233F666F-5FAD-5127-9CA6-DD15D5DCC581}" dt="2026-10-09T02:18:48.157" v="885" actId="1076"/>
        <pc:sldMkLst>
          <pc:docMk/>
          <pc:sldMk cId="2309242873" sldId="306"/>
        </pc:sldMkLst>
        <pc:picChg chg="add del mod">
          <ac:chgData name="Lam Su Ki" userId="408e329d-6bf0-46cf-97ea-24bc5c40e69f" providerId="ADAL" clId="{233F666F-5FAD-5127-9CA6-DD15D5DCC581}" dt="2026-10-09T02:18:48.157" v="885" actId="1076"/>
          <ac:picMkLst>
            <pc:docMk/>
            <pc:sldMk cId="2309242873" sldId="306"/>
            <ac:picMk id="24" creationId="{FC77ED8C-D2A3-9894-8135-73C446E10534}"/>
          </ac:picMkLst>
        </pc:picChg>
      </pc:sldChg>
      <pc:sldChg chg="addSp modSp mod modShow">
        <pc:chgData name="Lam Su Ki" userId="408e329d-6bf0-46cf-97ea-24bc5c40e69f" providerId="ADAL" clId="{233F666F-5FAD-5127-9CA6-DD15D5DCC581}" dt="2026-10-09T03:57:42.038" v="1190" actId="26606"/>
        <pc:sldMkLst>
          <pc:docMk/>
          <pc:sldMk cId="474113344" sldId="308"/>
        </pc:sldMkLst>
        <pc:spChg chg="add mod">
          <ac:chgData name="Lam Su Ki" userId="408e329d-6bf0-46cf-97ea-24bc5c40e69f" providerId="ADAL" clId="{233F666F-5FAD-5127-9CA6-DD15D5DCC581}" dt="2026-10-02T07:13:06.126" v="786" actId="13926"/>
          <ac:spMkLst>
            <pc:docMk/>
            <pc:sldMk cId="474113344" sldId="308"/>
            <ac:spMk id="4" creationId="{75D6BFED-9CDF-AE82-7988-99668372EB61}"/>
          </ac:spMkLst>
        </pc:spChg>
        <pc:spChg chg="add mod">
          <ac:chgData name="Lam Su Ki" userId="408e329d-6bf0-46cf-97ea-24bc5c40e69f" providerId="ADAL" clId="{233F666F-5FAD-5127-9CA6-DD15D5DCC581}" dt="2026-10-02T07:13:21.856" v="825" actId="13926"/>
          <ac:spMkLst>
            <pc:docMk/>
            <pc:sldMk cId="474113344" sldId="308"/>
            <ac:spMk id="5" creationId="{FA621E92-BAA7-B2D2-6299-C5268B79AF0D}"/>
          </ac:spMkLst>
        </pc:spChg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474113344" sldId="308"/>
            <ac:spMk id="25" creationId="{6EBEF392-258B-0A27-15B6-7BC5C32B0337}"/>
          </ac:spMkLst>
        </pc:spChg>
      </pc:sldChg>
      <pc:sldChg chg="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3844960964" sldId="314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3844960964" sldId="314"/>
            <ac:picMk id="14" creationId="{C35CDF0D-9B19-2FBF-758A-282380AEC201}"/>
          </ac:picMkLst>
        </pc:picChg>
      </pc:sldChg>
      <pc:sldChg chg="modSp add mod">
        <pc:chgData name="Lam Su Ki" userId="408e329d-6bf0-46cf-97ea-24bc5c40e69f" providerId="ADAL" clId="{233F666F-5FAD-5127-9CA6-DD15D5DCC581}" dt="2026-10-09T02:22:22.515" v="930" actId="26606"/>
        <pc:sldMkLst>
          <pc:docMk/>
          <pc:sldMk cId="3444388974" sldId="315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3444388974" sldId="315"/>
            <ac:picMk id="14" creationId="{3BC38081-E424-5121-836E-7F93E7B4350C}"/>
          </ac:picMkLst>
        </pc:picChg>
      </pc:sldChg>
      <pc:sldChg chg="addSp modSp add mod ord">
        <pc:chgData name="Lam Su Ki" userId="408e329d-6bf0-46cf-97ea-24bc5c40e69f" providerId="ADAL" clId="{233F666F-5FAD-5127-9CA6-DD15D5DCC581}" dt="2026-10-09T08:01:17.289" v="1424"/>
        <pc:sldMkLst>
          <pc:docMk/>
          <pc:sldMk cId="1988424210" sldId="316"/>
        </pc:sldMkLst>
        <pc:spChg chg="mod">
          <ac:chgData name="Lam Su Ki" userId="408e329d-6bf0-46cf-97ea-24bc5c40e69f" providerId="ADAL" clId="{233F666F-5FAD-5127-9CA6-DD15D5DCC581}" dt="2026-10-09T02:25:24.824" v="965" actId="20577"/>
          <ac:spMkLst>
            <pc:docMk/>
            <pc:sldMk cId="1988424210" sldId="316"/>
            <ac:spMk id="3" creationId="{2B3EB52F-E427-DFB6-740D-74A574FD7D5A}"/>
          </ac:spMkLst>
        </pc:spChg>
      </pc:sldChg>
      <pc:sldChg chg="addSp modSp add mod">
        <pc:chgData name="Lam Su Ki" userId="408e329d-6bf0-46cf-97ea-24bc5c40e69f" providerId="ADAL" clId="{233F666F-5FAD-5127-9CA6-DD15D5DCC581}" dt="2026-10-09T08:01:34.732" v="1454" actId="20577"/>
        <pc:sldMkLst>
          <pc:docMk/>
          <pc:sldMk cId="640348728" sldId="317"/>
        </pc:sldMkLst>
        <pc:spChg chg="add mod">
          <ac:chgData name="Lam Su Ki" userId="408e329d-6bf0-46cf-97ea-24bc5c40e69f" providerId="ADAL" clId="{233F666F-5FAD-5127-9CA6-DD15D5DCC581}" dt="2026-10-09T08:01:34.732" v="1454" actId="20577"/>
          <ac:spMkLst>
            <pc:docMk/>
            <pc:sldMk cId="640348728" sldId="317"/>
            <ac:spMk id="2" creationId="{09F3EAD1-CD4D-8772-BD6A-319D14FA70C1}"/>
          </ac:spMkLst>
        </pc:spChg>
      </pc:sldChg>
      <pc:sldChg chg="modSp add mod">
        <pc:chgData name="Lam Su Ki" userId="408e329d-6bf0-46cf-97ea-24bc5c40e69f" providerId="ADAL" clId="{233F666F-5FAD-5127-9CA6-DD15D5DCC581}" dt="2026-10-09T03:59:28.398" v="1229" actId="1035"/>
        <pc:sldMkLst>
          <pc:docMk/>
          <pc:sldMk cId="0" sldId="318"/>
        </pc:sldMkLst>
        <pc:spChg chg="mod">
          <ac:chgData name="Lam Su Ki" userId="408e329d-6bf0-46cf-97ea-24bc5c40e69f" providerId="ADAL" clId="{233F666F-5FAD-5127-9CA6-DD15D5DCC581}" dt="2026-10-09T03:59:07.014" v="1203" actId="20577"/>
          <ac:spMkLst>
            <pc:docMk/>
            <pc:sldMk cId="0" sldId="318"/>
            <ac:spMk id="2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59:28.398" v="1229" actId="1035"/>
          <ac:spMkLst>
            <pc:docMk/>
            <pc:sldMk cId="0" sldId="318"/>
            <ac:spMk id="5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2:48:35.859" v="1020" actId="26606"/>
          <ac:spMkLst>
            <pc:docMk/>
            <pc:sldMk cId="0" sldId="318"/>
            <ac:spMk id="7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2:48:35.859" v="1020" actId="26606"/>
          <ac:spMkLst>
            <pc:docMk/>
            <pc:sldMk cId="0" sldId="318"/>
            <ac:spMk id="8" creationId="{00000000-0000-0000-0000-000000000000}"/>
          </ac:spMkLst>
        </pc:spChg>
        <pc:graphicFrameChg chg="mod modGraphic">
          <ac:chgData name="Lam Su Ki" userId="408e329d-6bf0-46cf-97ea-24bc5c40e69f" providerId="ADAL" clId="{233F666F-5FAD-5127-9CA6-DD15D5DCC581}" dt="2026-10-09T03:59:28.398" v="1229" actId="1035"/>
          <ac:graphicFrameMkLst>
            <pc:docMk/>
            <pc:sldMk cId="0" sldId="318"/>
            <ac:graphicFrameMk id="6" creationId="{00000000-0000-0000-0000-000000000000}"/>
          </ac:graphicFrameMkLst>
        </pc:graphicFrameChg>
      </pc:sldChg>
      <pc:sldChg chg="modSp add mod">
        <pc:chgData name="Lam Su Ki" userId="408e329d-6bf0-46cf-97ea-24bc5c40e69f" providerId="ADAL" clId="{233F666F-5FAD-5127-9CA6-DD15D5DCC581}" dt="2026-10-09T04:08:25.379" v="1239" actId="20577"/>
        <pc:sldMkLst>
          <pc:docMk/>
          <pc:sldMk cId="0" sldId="320"/>
        </pc:sldMkLst>
        <pc:spChg chg="mod">
          <ac:chgData name="Lam Su Ki" userId="408e329d-6bf0-46cf-97ea-24bc5c40e69f" providerId="ADAL" clId="{233F666F-5FAD-5127-9CA6-DD15D5DCC581}" dt="2026-10-09T03:59:04.103" v="1202" actId="20577"/>
          <ac:spMkLst>
            <pc:docMk/>
            <pc:sldMk cId="0" sldId="320"/>
            <ac:spMk id="2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59:21.235" v="1216" actId="1035"/>
          <ac:spMkLst>
            <pc:docMk/>
            <pc:sldMk cId="0" sldId="320"/>
            <ac:spMk id="5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32:45.664" v="1175" actId="20577"/>
          <ac:spMkLst>
            <pc:docMk/>
            <pc:sldMk cId="0" sldId="320"/>
            <ac:spMk id="7" creationId="{00000000-0000-0000-0000-000000000000}"/>
          </ac:spMkLst>
        </pc:spChg>
        <pc:graphicFrameChg chg="mod modGraphic">
          <ac:chgData name="Lam Su Ki" userId="408e329d-6bf0-46cf-97ea-24bc5c40e69f" providerId="ADAL" clId="{233F666F-5FAD-5127-9CA6-DD15D5DCC581}" dt="2026-10-09T04:08:25.379" v="1239" actId="20577"/>
          <ac:graphicFrameMkLst>
            <pc:docMk/>
            <pc:sldMk cId="0" sldId="320"/>
            <ac:graphicFrameMk id="6" creationId="{00000000-0000-0000-0000-000000000000}"/>
          </ac:graphicFrameMkLst>
        </pc:graphicFrameChg>
      </pc:sldChg>
      <pc:sldChg chg="ord">
        <pc:chgData name="Lam Su Ki" userId="408e329d-6bf0-46cf-97ea-24bc5c40e69f" providerId="ADAL" clId="{233F666F-5FAD-5127-9CA6-DD15D5DCC581}" dt="2026-10-09T08:15:34.703" v="1518" actId="20578"/>
        <pc:sldMkLst>
          <pc:docMk/>
          <pc:sldMk cId="255774341" sldId="2147482012"/>
        </pc:sldMkLst>
      </pc:sldChg>
      <pc:sldChg chg="addSp delSp modSp mod">
        <pc:chgData name="Lam Su Ki" userId="408e329d-6bf0-46cf-97ea-24bc5c40e69f" providerId="ADAL" clId="{233F666F-5FAD-5127-9CA6-DD15D5DCC581}" dt="2026-10-09T08:24:27.402" v="1552" actId="14100"/>
        <pc:sldMkLst>
          <pc:docMk/>
          <pc:sldMk cId="1326358899" sldId="2147482013"/>
        </pc:sldMkLst>
        <pc:spChg chg="mod">
          <ac:chgData name="Lam Su Ki" userId="408e329d-6bf0-46cf-97ea-24bc5c40e69f" providerId="ADAL" clId="{233F666F-5FAD-5127-9CA6-DD15D5DCC581}" dt="2026-10-09T07:06:47.688" v="1240" actId="14100"/>
          <ac:spMkLst>
            <pc:docMk/>
            <pc:sldMk cId="1326358899" sldId="2147482013"/>
            <ac:spMk id="2" creationId="{C0837BCE-D5A2-CFF6-CDD8-EC094AABA1F4}"/>
          </ac:spMkLst>
        </pc:spChg>
        <pc:spChg chg="add mod">
          <ac:chgData name="Lam Su Ki" userId="408e329d-6bf0-46cf-97ea-24bc5c40e69f" providerId="ADAL" clId="{233F666F-5FAD-5127-9CA6-DD15D5DCC581}" dt="2026-10-09T08:24:27.402" v="1552" actId="14100"/>
          <ac:spMkLst>
            <pc:docMk/>
            <pc:sldMk cId="1326358899" sldId="2147482013"/>
            <ac:spMk id="17" creationId="{50D7590A-4C2E-7656-A7E9-B8C63FDA8A4F}"/>
          </ac:spMkLst>
        </pc:spChg>
        <pc:spChg chg="mod">
          <ac:chgData name="Lam Su Ki" userId="408e329d-6bf0-46cf-97ea-24bc5c40e69f" providerId="ADAL" clId="{233F666F-5FAD-5127-9CA6-DD15D5DCC581}" dt="2026-10-09T07:11:29.400" v="1292" actId="14100"/>
          <ac:spMkLst>
            <pc:docMk/>
            <pc:sldMk cId="1326358899" sldId="2147482013"/>
            <ac:spMk id="44" creationId="{9A39EFFE-EC0C-DB0B-446A-AFA422E284AB}"/>
          </ac:spMkLst>
        </pc:spChg>
        <pc:spChg chg="mod">
          <ac:chgData name="Lam Su Ki" userId="408e329d-6bf0-46cf-97ea-24bc5c40e69f" providerId="ADAL" clId="{233F666F-5FAD-5127-9CA6-DD15D5DCC581}" dt="2026-10-09T07:10:27.080" v="1257" actId="1036"/>
          <ac:spMkLst>
            <pc:docMk/>
            <pc:sldMk cId="1326358899" sldId="2147482013"/>
            <ac:spMk id="56" creationId="{D56D3A06-DC6C-A0E4-920F-86EB50E5C7D6}"/>
          </ac:spMkLst>
        </pc:spChg>
        <pc:spChg chg="mod">
          <ac:chgData name="Lam Su Ki" userId="408e329d-6bf0-46cf-97ea-24bc5c40e69f" providerId="ADAL" clId="{233F666F-5FAD-5127-9CA6-DD15D5DCC581}" dt="2026-10-09T07:10:18.439" v="1251" actId="1036"/>
          <ac:spMkLst>
            <pc:docMk/>
            <pc:sldMk cId="1326358899" sldId="2147482013"/>
            <ac:spMk id="59" creationId="{6E6C26E6-20AB-D504-9415-21625AA800AF}"/>
          </ac:spMkLst>
        </pc:spChg>
      </pc:sldChg>
      <pc:sldChg chg="addSp delSp modSp mod">
        <pc:chgData name="Lam Su Ki" userId="408e329d-6bf0-46cf-97ea-24bc5c40e69f" providerId="ADAL" clId="{233F666F-5FAD-5127-9CA6-DD15D5DCC581}" dt="2026-10-09T07:17:22.911" v="1340" actId="1076"/>
        <pc:sldMkLst>
          <pc:docMk/>
          <pc:sldMk cId="1263653613" sldId="2147482022"/>
        </pc:sldMkLst>
        <pc:spChg chg="mod">
          <ac:chgData name="Lam Su Ki" userId="408e329d-6bf0-46cf-97ea-24bc5c40e69f" providerId="ADAL" clId="{233F666F-5FAD-5127-9CA6-DD15D5DCC581}" dt="2026-10-09T07:14:12.090" v="1309" actId="20577"/>
          <ac:spMkLst>
            <pc:docMk/>
            <pc:sldMk cId="1263653613" sldId="2147482022"/>
            <ac:spMk id="10" creationId="{DDC3E6F9-3EED-79D3-157E-555F496BD164}"/>
          </ac:spMkLst>
        </pc:spChg>
        <pc:spChg chg="add mod">
          <ac:chgData name="Lam Su Ki" userId="408e329d-6bf0-46cf-97ea-24bc5c40e69f" providerId="ADAL" clId="{233F666F-5FAD-5127-9CA6-DD15D5DCC581}" dt="2026-10-09T07:14:02.451" v="1301" actId="1076"/>
          <ac:spMkLst>
            <pc:docMk/>
            <pc:sldMk cId="1263653613" sldId="2147482022"/>
            <ac:spMk id="20" creationId="{3F0D8285-CB88-3ECE-BFCB-2AB73D3C6886}"/>
          </ac:spMkLst>
        </pc:spChg>
        <pc:spChg chg="add mod">
          <ac:chgData name="Lam Su Ki" userId="408e329d-6bf0-46cf-97ea-24bc5c40e69f" providerId="ADAL" clId="{233F666F-5FAD-5127-9CA6-DD15D5DCC581}" dt="2026-10-09T07:13:50.111" v="1299" actId="1076"/>
          <ac:spMkLst>
            <pc:docMk/>
            <pc:sldMk cId="1263653613" sldId="2147482022"/>
            <ac:spMk id="22" creationId="{50F2C22A-A23A-3DE2-8067-55C84EBC4FF3}"/>
          </ac:spMkLst>
        </pc:spChg>
        <pc:spChg chg="mod">
          <ac:chgData name="Lam Su Ki" userId="408e329d-6bf0-46cf-97ea-24bc5c40e69f" providerId="ADAL" clId="{233F666F-5FAD-5127-9CA6-DD15D5DCC581}" dt="2026-10-09T07:13:46.363" v="1298" actId="1076"/>
          <ac:spMkLst>
            <pc:docMk/>
            <pc:sldMk cId="1263653613" sldId="2147482022"/>
            <ac:spMk id="28" creationId="{C791FBFE-7191-2D20-F0BB-7015DC1F2200}"/>
          </ac:spMkLst>
        </pc:spChg>
        <pc:picChg chg="add mod">
          <ac:chgData name="Lam Su Ki" userId="408e329d-6bf0-46cf-97ea-24bc5c40e69f" providerId="ADAL" clId="{233F666F-5FAD-5127-9CA6-DD15D5DCC581}" dt="2026-10-09T07:13:56.268" v="1300" actId="1076"/>
          <ac:picMkLst>
            <pc:docMk/>
            <pc:sldMk cId="1263653613" sldId="2147482022"/>
            <ac:picMk id="4" creationId="{FF1853E2-4436-389C-3EAB-D05FDB40D39D}"/>
          </ac:picMkLst>
        </pc:picChg>
        <pc:picChg chg="add mod">
          <ac:chgData name="Lam Su Ki" userId="408e329d-6bf0-46cf-97ea-24bc5c40e69f" providerId="ADAL" clId="{233F666F-5FAD-5127-9CA6-DD15D5DCC581}" dt="2026-10-09T07:13:50.111" v="1299" actId="1076"/>
          <ac:picMkLst>
            <pc:docMk/>
            <pc:sldMk cId="1263653613" sldId="2147482022"/>
            <ac:picMk id="5" creationId="{20E02CBE-3146-7C0D-991C-9DBEA17C499F}"/>
          </ac:picMkLst>
        </pc:picChg>
        <pc:picChg chg="mod">
          <ac:chgData name="Lam Su Ki" userId="408e329d-6bf0-46cf-97ea-24bc5c40e69f" providerId="ADAL" clId="{233F666F-5FAD-5127-9CA6-DD15D5DCC581}" dt="2026-10-09T07:13:46.363" v="1298" actId="1076"/>
          <ac:picMkLst>
            <pc:docMk/>
            <pc:sldMk cId="1263653613" sldId="2147482022"/>
            <ac:picMk id="7" creationId="{36DE29E9-B2F8-16B5-0157-B75FA7C6333E}"/>
          </ac:picMkLst>
        </pc:picChg>
        <pc:picChg chg="add mod">
          <ac:chgData name="Lam Su Ki" userId="408e329d-6bf0-46cf-97ea-24bc5c40e69f" providerId="ADAL" clId="{233F666F-5FAD-5127-9CA6-DD15D5DCC581}" dt="2026-10-09T07:17:22.911" v="1340" actId="1076"/>
          <ac:picMkLst>
            <pc:docMk/>
            <pc:sldMk cId="1263653613" sldId="2147482022"/>
            <ac:picMk id="37" creationId="{F2DA5D44-B5ED-678C-DA64-5B01FFD6102C}"/>
          </ac:picMkLst>
        </pc:picChg>
        <pc:cxnChg chg="mod">
          <ac:chgData name="Lam Su Ki" userId="408e329d-6bf0-46cf-97ea-24bc5c40e69f" providerId="ADAL" clId="{233F666F-5FAD-5127-9CA6-DD15D5DCC581}" dt="2026-10-09T07:13:46.363" v="1298" actId="1076"/>
          <ac:cxnSpMkLst>
            <pc:docMk/>
            <pc:sldMk cId="1263653613" sldId="2147482022"/>
            <ac:cxnSpMk id="17" creationId="{32B46698-95A9-5AED-F9F0-8761D87ADCFA}"/>
          </ac:cxnSpMkLst>
        </pc:cxnChg>
      </pc:sldChg>
      <pc:sldChg chg="modSp">
        <pc:chgData name="Lam Su Ki" userId="408e329d-6bf0-46cf-97ea-24bc5c40e69f" providerId="ADAL" clId="{233F666F-5FAD-5127-9CA6-DD15D5DCC581}" dt="2026-10-09T08:36:02.392" v="1553" actId="14100"/>
        <pc:sldMkLst>
          <pc:docMk/>
          <pc:sldMk cId="2843705348" sldId="2147482030"/>
        </pc:sldMkLst>
        <pc:spChg chg="mod">
          <ac:chgData name="Lam Su Ki" userId="408e329d-6bf0-46cf-97ea-24bc5c40e69f" providerId="ADAL" clId="{233F666F-5FAD-5127-9CA6-DD15D5DCC581}" dt="2026-10-09T08:36:02.392" v="1553" actId="14100"/>
          <ac:spMkLst>
            <pc:docMk/>
            <pc:sldMk cId="2843705348" sldId="2147482030"/>
            <ac:spMk id="31" creationId="{597751A2-A288-403B-D306-A041B620C048}"/>
          </ac:spMkLst>
        </pc:spChg>
      </pc:sldChg>
      <pc:sldChg chg="addSp delSp modSp mod">
        <pc:chgData name="Lam Su Ki" userId="408e329d-6bf0-46cf-97ea-24bc5c40e69f" providerId="ADAL" clId="{233F666F-5FAD-5127-9CA6-DD15D5DCC581}" dt="2026-10-01T06:59:39.763" v="2" actId="931"/>
        <pc:sldMkLst>
          <pc:docMk/>
          <pc:sldMk cId="0" sldId="2147483636"/>
        </pc:sldMkLst>
      </pc:sldChg>
      <pc:sldChg chg="addSp delSp 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38"/>
        </pc:sldMkLst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3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3"/>
            <ac:spMk id="38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4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4"/>
            <ac:spMk id="25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5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5"/>
            <ac:spMk id="32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6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6"/>
            <ac:spMk id="37" creationId="{00000000-0000-0000-0000-000000000000}"/>
          </ac:spMkLst>
        </pc:spChg>
      </pc:sldChg>
      <pc:sldMasterChg chg="addSldLayout delSldLayout modSldLayout">
        <pc:chgData name="Lam Su Ki" userId="408e329d-6bf0-46cf-97ea-24bc5c40e69f" providerId="ADAL" clId="{233F666F-5FAD-5127-9CA6-DD15D5DCC581}" dt="2026-10-09T03:57:42.038" v="1190" actId="26606"/>
        <pc:sldMasterMkLst>
          <pc:docMk/>
          <pc:sldMasterMk cId="870805434" sldId="2147483651"/>
        </pc:sldMasterMkLst>
      </pc:sldMasterChg>
    </pc:docChg>
  </pc:docChgLst>
  <pc:docChgLst>
    <pc:chgData name="sivavenayakam.vela" userId="S::sivavenayakam.vela_finexusgroup.com#ext#@simedarbyproperty.onmicrosoft.com::0358e331-dc8a-4462-a146-91e1e27e26b7" providerId="AD" clId="Web-{2A59E51F-0772-4AEE-5611-0E2A27C1D6D0}"/>
    <pc:docChg chg="addSld delSld modSld sldOrd">
      <pc:chgData name="sivavenayakam.vela" userId="S::sivavenayakam.vela_finexusgroup.com#ext#@simedarbyproperty.onmicrosoft.com::0358e331-dc8a-4462-a146-91e1e27e26b7" providerId="AD" clId="Web-{2A59E51F-0772-4AEE-5611-0E2A27C1D6D0}" dt="2026-10-01T20:08:30.773" v="75" actId="1076"/>
      <pc:docMkLst>
        <pc:docMk/>
      </pc:docMkLst>
      <pc:sldChg chg="addSp delSp modSp add">
        <pc:chgData name="sivavenayakam.vela" userId="S::sivavenayakam.vela_finexusgroup.com#ext#@simedarbyproperty.onmicrosoft.com::0358e331-dc8a-4462-a146-91e1e27e26b7" providerId="AD" clId="Web-{2A59E51F-0772-4AEE-5611-0E2A27C1D6D0}" dt="2026-10-01T20:08:30.773" v="75" actId="1076"/>
        <pc:sldMkLst>
          <pc:docMk/>
          <pc:sldMk cId="3574753978" sldId="266"/>
        </pc:sldMkLst>
        <pc:picChg chg="add mod modCrop">
          <ac:chgData name="sivavenayakam.vela" userId="S::sivavenayakam.vela_finexusgroup.com#ext#@simedarbyproperty.onmicrosoft.com::0358e331-dc8a-4462-a146-91e1e27e26b7" providerId="AD" clId="Web-{2A59E51F-0772-4AEE-5611-0E2A27C1D6D0}" dt="2026-10-01T20:08:22.382" v="74" actId="14100"/>
          <ac:picMkLst>
            <pc:docMk/>
            <pc:sldMk cId="3574753978" sldId="266"/>
            <ac:picMk id="8" creationId="{BB43CB58-08DC-4A09-65BE-3F1D6ACFB2DF}"/>
          </ac:picMkLst>
        </pc:picChg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0.181" v="2"/>
        <pc:sldMkLst>
          <pc:docMk/>
          <pc:sldMk cId="266201143" sldId="269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0.759" v="3"/>
        <pc:sldMkLst>
          <pc:docMk/>
          <pc:sldMk cId="1908567726" sldId="270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2.166" v="6"/>
        <pc:sldMkLst>
          <pc:docMk/>
          <pc:sldMk cId="3883334175" sldId="272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3.337" v="9"/>
        <pc:sldMkLst>
          <pc:docMk/>
          <pc:sldMk cId="1664391245" sldId="274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2.478" v="7"/>
        <pc:sldMkLst>
          <pc:docMk/>
          <pc:sldMk cId="2273026248" sldId="275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3.728" v="10"/>
        <pc:sldMkLst>
          <pc:docMk/>
          <pc:sldMk cId="1214539241" sldId="27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1.072" v="4"/>
        <pc:sldMkLst>
          <pc:docMk/>
          <pc:sldMk cId="2818470313" sldId="277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041" v="11"/>
        <pc:sldMkLst>
          <pc:docMk/>
          <pc:sldMk cId="3831048517" sldId="278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541" v="12"/>
        <pc:sldMkLst>
          <pc:docMk/>
          <pc:sldMk cId="3585833324" sldId="279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994" v="13"/>
        <pc:sldMkLst>
          <pc:docMk/>
          <pc:sldMk cId="4257312755" sldId="281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5.447" v="14"/>
        <pc:sldMkLst>
          <pc:docMk/>
          <pc:sldMk cId="2492233997" sldId="29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5.916" v="15"/>
        <pc:sldMkLst>
          <pc:docMk/>
          <pc:sldMk cId="2166275023" sldId="297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6.259" v="16"/>
        <pc:sldMkLst>
          <pc:docMk/>
          <pc:sldMk cId="822415186" sldId="298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6.634" v="17"/>
        <pc:sldMkLst>
          <pc:docMk/>
          <pc:sldMk cId="991187688" sldId="299"/>
        </pc:sldMkLst>
      </pc:sldChg>
      <pc:sldChg chg="del ord">
        <pc:chgData name="sivavenayakam.vela" userId="S::sivavenayakam.vela_finexusgroup.com#ext#@simedarbyproperty.onmicrosoft.com::0358e331-dc8a-4462-a146-91e1e27e26b7" providerId="AD" clId="Web-{2A59E51F-0772-4AEE-5611-0E2A27C1D6D0}" dt="2026-10-01T20:02:31.793" v="45"/>
        <pc:sldMkLst>
          <pc:docMk/>
          <pc:sldMk cId="2309242873" sldId="30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7.025" v="18"/>
        <pc:sldMkLst>
          <pc:docMk/>
          <pc:sldMk cId="3354748968" sldId="324"/>
        </pc:sldMkLst>
      </pc:sldChg>
    </pc:docChg>
  </pc:docChgLst>
  <pc:docChgLst>
    <pc:chgData name="Kashmeetha Pillai" userId="1e968ce6-fe3c-4b27-ac34-1ff0e4947bf7" providerId="ADAL" clId="{E98046B6-3B69-40CE-B558-F3074BF1C38B}"/>
    <pc:docChg chg="modSld">
      <pc:chgData name="Kashmeetha Pillai" userId="1e968ce6-fe3c-4b27-ac34-1ff0e4947bf7" providerId="ADAL" clId="{E98046B6-3B69-40CE-B558-F3074BF1C38B}" dt="2026-10-09T10:06:00.652" v="40" actId="20577"/>
      <pc:docMkLst>
        <pc:docMk/>
      </pc:docMkLst>
      <pc:sldChg chg="mod modShow">
        <pc:chgData name="Kashmeetha Pillai" userId="1e968ce6-fe3c-4b27-ac34-1ff0e4947bf7" providerId="ADAL" clId="{E98046B6-3B69-40CE-B558-F3074BF1C38B}" dt="2026-10-09T09:56:08.952" v="0" actId="729"/>
        <pc:sldMkLst>
          <pc:docMk/>
          <pc:sldMk cId="0" sldId="260"/>
        </pc:sldMkLst>
      </pc:sldChg>
      <pc:sldChg chg="modSp mod">
        <pc:chgData name="Kashmeetha Pillai" userId="1e968ce6-fe3c-4b27-ac34-1ff0e4947bf7" providerId="ADAL" clId="{E98046B6-3B69-40CE-B558-F3074BF1C38B}" dt="2026-10-09T10:00:25.556" v="5" actId="14100"/>
        <pc:sldMkLst>
          <pc:docMk/>
          <pc:sldMk cId="932603164" sldId="267"/>
        </pc:sldMkLst>
        <pc:spChg chg="mod">
          <ac:chgData name="Kashmeetha Pillai" userId="1e968ce6-fe3c-4b27-ac34-1ff0e4947bf7" providerId="ADAL" clId="{E98046B6-3B69-40CE-B558-F3074BF1C38B}" dt="2026-10-09T10:00:25.556" v="5" actId="14100"/>
          <ac:spMkLst>
            <pc:docMk/>
            <pc:sldMk cId="932603164" sldId="267"/>
            <ac:spMk id="25" creationId="{ACACE34C-65F4-7E8E-4A06-0EE1D8396389}"/>
          </ac:spMkLst>
        </pc:spChg>
      </pc:sldChg>
      <pc:sldChg chg="modSp mod">
        <pc:chgData name="Kashmeetha Pillai" userId="1e968ce6-fe3c-4b27-ac34-1ff0e4947bf7" providerId="ADAL" clId="{E98046B6-3B69-40CE-B558-F3074BF1C38B}" dt="2026-10-09T10:02:05.613" v="7" actId="113"/>
        <pc:sldMkLst>
          <pc:docMk/>
          <pc:sldMk cId="3883334175" sldId="272"/>
        </pc:sldMkLst>
        <pc:spChg chg="mod">
          <ac:chgData name="Kashmeetha Pillai" userId="1e968ce6-fe3c-4b27-ac34-1ff0e4947bf7" providerId="ADAL" clId="{E98046B6-3B69-40CE-B558-F3074BF1C38B}" dt="2026-10-09T10:02:05.613" v="7" actId="113"/>
          <ac:spMkLst>
            <pc:docMk/>
            <pc:sldMk cId="3883334175" sldId="272"/>
            <ac:spMk id="61" creationId="{6CD3D5A6-F1FB-0B22-944E-59AB1664185C}"/>
          </ac:spMkLst>
        </pc:spChg>
      </pc:sldChg>
      <pc:sldChg chg="modSp mod">
        <pc:chgData name="Kashmeetha Pillai" userId="1e968ce6-fe3c-4b27-ac34-1ff0e4947bf7" providerId="ADAL" clId="{E98046B6-3B69-40CE-B558-F3074BF1C38B}" dt="2026-10-09T10:06:00.652" v="40" actId="20577"/>
        <pc:sldMkLst>
          <pc:docMk/>
          <pc:sldMk cId="2273026248" sldId="275"/>
        </pc:sldMkLst>
        <pc:spChg chg="mod">
          <ac:chgData name="Kashmeetha Pillai" userId="1e968ce6-fe3c-4b27-ac34-1ff0e4947bf7" providerId="ADAL" clId="{E98046B6-3B69-40CE-B558-F3074BF1C38B}" dt="2026-10-09T10:06:00.652" v="40" actId="20577"/>
          <ac:spMkLst>
            <pc:docMk/>
            <pc:sldMk cId="2273026248" sldId="275"/>
            <ac:spMk id="7" creationId="{1E42E061-F518-B505-633A-F77DBF8BBFAE}"/>
          </ac:spMkLst>
        </pc:spChg>
      </pc:sldChg>
      <pc:sldChg chg="modSp mod">
        <pc:chgData name="Kashmeetha Pillai" userId="1e968ce6-fe3c-4b27-ac34-1ff0e4947bf7" providerId="ADAL" clId="{E98046B6-3B69-40CE-B558-F3074BF1C38B}" dt="2026-10-09T10:04:04.477" v="38" actId="20577"/>
        <pc:sldMkLst>
          <pc:docMk/>
          <pc:sldMk cId="3585833324" sldId="279"/>
        </pc:sldMkLst>
        <pc:spChg chg="mod">
          <ac:chgData name="Kashmeetha Pillai" userId="1e968ce6-fe3c-4b27-ac34-1ff0e4947bf7" providerId="ADAL" clId="{E98046B6-3B69-40CE-B558-F3074BF1C38B}" dt="2026-10-09T10:04:04.477" v="38" actId="20577"/>
          <ac:spMkLst>
            <pc:docMk/>
            <pc:sldMk cId="3585833324" sldId="279"/>
            <ac:spMk id="12" creationId="{43B2CAA2-C84D-AE12-ECFE-EDAAE21F7C2F}"/>
          </ac:spMkLst>
        </pc:spChg>
      </pc:sldChg>
      <pc:sldChg chg="modSp mod">
        <pc:chgData name="Kashmeetha Pillai" userId="1e968ce6-fe3c-4b27-ac34-1ff0e4947bf7" providerId="ADAL" clId="{E98046B6-3B69-40CE-B558-F3074BF1C38B}" dt="2026-10-09T09:58:42.584" v="2" actId="1076"/>
        <pc:sldMkLst>
          <pc:docMk/>
          <pc:sldMk cId="1113826139" sldId="293"/>
        </pc:sldMkLst>
        <pc:picChg chg="mod">
          <ac:chgData name="Kashmeetha Pillai" userId="1e968ce6-fe3c-4b27-ac34-1ff0e4947bf7" providerId="ADAL" clId="{E98046B6-3B69-40CE-B558-F3074BF1C38B}" dt="2026-10-09T09:58:42.584" v="2" actId="1076"/>
          <ac:picMkLst>
            <pc:docMk/>
            <pc:sldMk cId="1113826139" sldId="293"/>
            <ac:picMk id="3" creationId="{C769BF82-599C-05F9-92C7-44F36F48C34E}"/>
          </ac:picMkLst>
        </pc:picChg>
      </pc:sldChg>
      <pc:sldChg chg="mod modShow">
        <pc:chgData name="Kashmeetha Pillai" userId="1e968ce6-fe3c-4b27-ac34-1ff0e4947bf7" providerId="ADAL" clId="{E98046B6-3B69-40CE-B558-F3074BF1C38B}" dt="2026-10-09T09:56:11.502" v="1" actId="729"/>
        <pc:sldMkLst>
          <pc:docMk/>
          <pc:sldMk cId="0" sldId="2147483636"/>
        </pc:sldMkLst>
      </pc:sldChg>
    </pc:docChg>
  </pc:docChgLst>
  <pc:docChgLst>
    <pc:chgData name="sivavenayakam.vela" userId="S::sivavenayakam.vela_finexusgroup.com#ext#@simedarbyproperty.onmicrosoft.com::0358e331-dc8a-4462-a146-91e1e27e26b7" providerId="AD" clId="Web-{64928A3A-869B-3DFC-4670-1588DB8FBB21}"/>
    <pc:docChg chg="addSld delSld modSld">
      <pc:chgData name="sivavenayakam.vela" userId="S::sivavenayakam.vela_finexusgroup.com#ext#@simedarbyproperty.onmicrosoft.com::0358e331-dc8a-4462-a146-91e1e27e26b7" providerId="AD" clId="Web-{64928A3A-869B-3DFC-4670-1588DB8FBB21}" dt="2026-10-02T01:01:31.099" v="7"/>
      <pc:docMkLst>
        <pc:docMk/>
      </pc:docMkLst>
      <pc:sldChg chg="add">
        <pc:chgData name="sivavenayakam.vela" userId="S::sivavenayakam.vela_finexusgroup.com#ext#@simedarbyproperty.onmicrosoft.com::0358e331-dc8a-4462-a146-91e1e27e26b7" providerId="AD" clId="Web-{64928A3A-869B-3DFC-4670-1588DB8FBB21}" dt="2026-10-02T01:01:11.707" v="6"/>
        <pc:sldMkLst>
          <pc:docMk/>
          <pc:sldMk cId="2309242873" sldId="30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90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81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etropoli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64564-46A2-60E8-E858-77E0A3DF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133C1-DF0C-8276-EBF5-BEED5ACD1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0E3F8-9661-FD88-2185-2C4201719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etropoli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8FE83-BF16-59DE-D528-A54DD94A3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799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yellow background&#10;&#10;AI-generated content may be incorrect.">
            <a:extLst>
              <a:ext uri="{FF2B5EF4-FFF2-40B4-BE49-F238E27FC236}">
                <a16:creationId xmlns:a16="http://schemas.microsoft.com/office/drawing/2014/main" id="{2260CE4E-1B8C-B4C8-DE4F-FF65C8BEA7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4887B72-880E-06AF-3DF9-4406285437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6325" y="3962400"/>
            <a:ext cx="2551113" cy="436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33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a curved line&#10;&#10;AI-generated content may be incorrect.">
            <a:extLst>
              <a:ext uri="{FF2B5EF4-FFF2-40B4-BE49-F238E27FC236}">
                <a16:creationId xmlns:a16="http://schemas.microsoft.com/office/drawing/2014/main" id="{472A65BC-2CFF-AEB8-732A-E24EDF3C4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6F92916-16D3-8365-17F6-0368D00F3B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EA37F7-216C-BEC0-2B89-1C9385942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0680" cy="356235"/>
          </a:xfrm>
        </p:spPr>
        <p:txBody>
          <a:bodyPr>
            <a:noAutofit/>
          </a:bodyPr>
          <a:lstStyle>
            <a:lvl1pPr>
              <a:defRPr sz="2800"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0FD6-0CCF-E1D0-3430-90D74010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71A48-7734-F549-9423-88ED51D6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3D1A3D-B8DD-7760-3065-8871BDFBD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0638"/>
            <a:ext cx="10515600" cy="4754562"/>
          </a:xfrm>
        </p:spPr>
        <p:txBody>
          <a:bodyPr>
            <a:normAutofit/>
          </a:bodyPr>
          <a:lstStyle>
            <a:lvl1pPr>
              <a:defRPr sz="1600">
                <a:latin typeface="Metropolis" pitchFamily="2" charset="77"/>
              </a:defRPr>
            </a:lvl1pPr>
            <a:lvl2pPr>
              <a:defRPr sz="1600">
                <a:latin typeface="Metropolis" pitchFamily="2" charset="77"/>
              </a:defRPr>
            </a:lvl2pPr>
            <a:lvl3pPr>
              <a:defRPr sz="1600">
                <a:latin typeface="Metropolis" pitchFamily="2" charset="77"/>
              </a:defRPr>
            </a:lvl3pPr>
            <a:lvl4pPr>
              <a:defRPr sz="1600">
                <a:latin typeface="Metropolis" pitchFamily="2" charset="77"/>
              </a:defRPr>
            </a:lvl4pPr>
            <a:lvl5pPr>
              <a:defRPr sz="1600">
                <a:latin typeface="Metropoli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16BBB-0CDC-96DE-69C6-A8DC018D93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827722"/>
            <a:ext cx="9250363" cy="258763"/>
          </a:xfrm>
        </p:spPr>
        <p:txBody>
          <a:bodyPr anchor="ctr">
            <a:normAutofit/>
          </a:bodyPr>
          <a:lstStyle>
            <a:lvl1pPr marL="0" indent="0">
              <a:buNone/>
              <a:defRPr sz="1800" b="0" i="0">
                <a:latin typeface="Metropolis" pitchFamily="2" charset="77"/>
              </a:defRPr>
            </a:lvl1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7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wavy background&#10;&#10;AI-generated content may be incorrect.">
            <a:extLst>
              <a:ext uri="{FF2B5EF4-FFF2-40B4-BE49-F238E27FC236}">
                <a16:creationId xmlns:a16="http://schemas.microsoft.com/office/drawing/2014/main" id="{B9477AE6-E3A1-DFB6-520E-9E5454C3C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tx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2719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orange logo&#10;&#10;AI-generated content may be incorrect.">
            <a:extLst>
              <a:ext uri="{FF2B5EF4-FFF2-40B4-BE49-F238E27FC236}">
                <a16:creationId xmlns:a16="http://schemas.microsoft.com/office/drawing/2014/main" id="{CA23840A-372D-C6A1-EE9E-7838449EB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tx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82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gradient&#10;&#10;AI-generated content may be incorrect.">
            <a:extLst>
              <a:ext uri="{FF2B5EF4-FFF2-40B4-BE49-F238E27FC236}">
                <a16:creationId xmlns:a16="http://schemas.microsoft.com/office/drawing/2014/main" id="{80E686E6-7E05-A1DC-4056-553856AEC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52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background&#10;&#10;AI-generated content may be incorrect.">
            <a:extLst>
              <a:ext uri="{FF2B5EF4-FFF2-40B4-BE49-F238E27FC236}">
                <a16:creationId xmlns:a16="http://schemas.microsoft.com/office/drawing/2014/main" id="{90A057C6-3078-7134-CDF3-CAFDCA3EA3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723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orange background with white text&#10;&#10;Description automatically generated">
            <a:extLst>
              <a:ext uri="{FF2B5EF4-FFF2-40B4-BE49-F238E27FC236}">
                <a16:creationId xmlns:a16="http://schemas.microsoft.com/office/drawing/2014/main" id="{161E3133-DF6E-107E-835D-F99CBFD961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8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orange logo&#10;&#10;Description automatically generated">
            <a:extLst>
              <a:ext uri="{FF2B5EF4-FFF2-40B4-BE49-F238E27FC236}">
                <a16:creationId xmlns:a16="http://schemas.microsoft.com/office/drawing/2014/main" id="{198CA2E5-1198-0519-42F6-4AE26A4CA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0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76072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SIME DARBY PROPERTY  |  UNIVERSITY HACKATHON 2026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418320" y="6492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C810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TOWNSHIP OF TOMORROW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94C4E2-26AE-3E4E-982C-DFF81635B73F}"/>
              </a:ext>
            </a:extLst>
          </p:cNvPr>
          <p:cNvSpPr/>
          <p:nvPr userDrawn="1"/>
        </p:nvSpPr>
        <p:spPr>
          <a:xfrm>
            <a:off x="10200121" y="4399985"/>
            <a:ext cx="1991879" cy="2458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EF49EEF7-9120-EE01-40A9-53AA515197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473" b="21810"/>
          <a:stretch>
            <a:fillRect/>
          </a:stretch>
        </p:blipFill>
        <p:spPr>
          <a:xfrm>
            <a:off x="10762456" y="6065836"/>
            <a:ext cx="1294074" cy="78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39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0B90F-8EFF-84A6-9EFE-232E4C4A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50C0B-93F4-D271-1D5C-55FF9A41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D8B01-0E67-B757-93FA-C01C9D5E5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B98B7-2109-D249-917D-A0860939BF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B332-7FB2-2E05-9174-92FF929C5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B1A13-0B54-399E-7955-789FE048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1A48-7734-F549-9423-88ED51D6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0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e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27CFEA-D371-37C4-E1CC-0C0C0F049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1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2F7A53-80CD-DB59-6D8C-E9B391020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4479"/>
            <a:ext cx="9144000" cy="665797"/>
          </a:xfrm>
        </p:spPr>
        <p:txBody>
          <a:bodyPr>
            <a:normAutofit fontScale="90000"/>
          </a:bodyPr>
          <a:lstStyle/>
          <a:p>
            <a:r>
              <a:rPr lang="en-US">
                <a:latin typeface="Metropolis"/>
              </a:rPr>
              <a:t>Sime Darby Property </a:t>
            </a:r>
            <a:br>
              <a:rPr lang="en-US"/>
            </a:br>
            <a:r>
              <a:rPr lang="en-US">
                <a:latin typeface="Metropolis"/>
              </a:rPr>
              <a:t>University Hackathon 2026</a:t>
            </a:r>
            <a:endParaRPr lang="en-MY"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317921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7DD032F-46A1-764C-4C1D-136E59385ACA}"/>
              </a:ext>
            </a:extLst>
          </p:cNvPr>
          <p:cNvSpPr/>
          <p:nvPr/>
        </p:nvSpPr>
        <p:spPr>
          <a:xfrm>
            <a:off x="661475" y="7099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>
                <a:latin typeface="Metropolis" pitchFamily="2" charset="77"/>
                <a:ea typeface="Crimson Pro SemiBold" pitchFamily="34" charset="-122"/>
                <a:cs typeface="Poppins" pitchFamily="2" charset="77"/>
              </a:rPr>
              <a:t>Submission Deadline</a:t>
            </a:r>
            <a:endParaRPr lang="en-US" sz="3250" b="1">
              <a:latin typeface="Metropoli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E42E061-F518-B505-633A-F77DBF8BBFAE}"/>
              </a:ext>
            </a:extLst>
          </p:cNvPr>
          <p:cNvSpPr/>
          <p:nvPr/>
        </p:nvSpPr>
        <p:spPr>
          <a:xfrm>
            <a:off x="661475" y="127372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ALL teams must submit the following four components by </a:t>
            </a:r>
            <a:r>
              <a:rPr lang="en-US" sz="2000" b="1">
                <a:solidFill>
                  <a:srgbClr val="FF0000"/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11:59 P.M., </a:t>
            </a:r>
            <a:r>
              <a:rPr lang="en-US" sz="2000" b="1">
                <a:solidFill>
                  <a:srgbClr val="FF0000"/>
                </a:solidFill>
                <a:latin typeface="Metropolis" pitchFamily="2" charset="77"/>
                <a:ea typeface="Heebo Bold" pitchFamily="34" charset="-122"/>
                <a:cs typeface="Poppins" pitchFamily="2" charset="77"/>
              </a:rPr>
              <a:t>23 October 2026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Metropolis" pitchFamily="2" charset="77"/>
                <a:ea typeface="Heebo Bold" pitchFamily="34" charset="-122"/>
                <a:cs typeface="Poppins" pitchFamily="2" charset="77"/>
              </a:rPr>
              <a:t>.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ea typeface="Heebo" pitchFamily="34" charset="-122"/>
                <a:cs typeface="Poppins" pitchFamily="2" charset="77"/>
              </a:rPr>
            </a:b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Incomplete submissions will not be considered.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ea typeface="Heebo" pitchFamily="34" charset="-122"/>
                <a:cs typeface="Poppins" pitchFamily="2" charset="77"/>
              </a:rPr>
            </a:br>
            <a:endParaRPr lang="en-US" sz="2000">
              <a:solidFill>
                <a:schemeClr val="bg1">
                  <a:lumMod val="50000"/>
                </a:schemeClr>
              </a:solidFill>
              <a:latin typeface="Metropolis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4BB1823-ECF0-AA1F-05D5-742FE6410311}"/>
              </a:ext>
            </a:extLst>
          </p:cNvPr>
          <p:cNvSpPr/>
          <p:nvPr/>
        </p:nvSpPr>
        <p:spPr>
          <a:xfrm>
            <a:off x="661475" y="245939"/>
            <a:ext cx="10868745" cy="66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00" b="1">
                <a:solidFill>
                  <a:srgbClr val="C00000"/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UNIVERSITY HACKATHON 2026</a:t>
            </a:r>
            <a:endParaRPr lang="en-US" sz="2000" b="1">
              <a:solidFill>
                <a:srgbClr val="C00000"/>
              </a:solidFill>
              <a:latin typeface="Metropoli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E3E8B2-18F8-B6DD-12DA-50C360899DEC}"/>
              </a:ext>
            </a:extLst>
          </p:cNvPr>
          <p:cNvSpPr txBox="1"/>
          <p:nvPr/>
        </p:nvSpPr>
        <p:spPr>
          <a:xfrm>
            <a:off x="10187441" y="5022498"/>
            <a:ext cx="1075508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Metropolis"/>
                <a:ea typeface="Heebo" pitchFamily="34" charset="-122"/>
                <a:cs typeface="Poppins"/>
              </a:rPr>
              <a:t>Scan here to submit 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Metropoli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95BB63-12D0-A5FB-16F4-0ACD4F681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5" y="2568949"/>
            <a:ext cx="11478330" cy="23339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676356-7DEF-FEAF-5A54-B85064B48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039" y="5456051"/>
            <a:ext cx="1162051" cy="11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2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ackathon Label"/>
          <p:cNvSpPr/>
          <p:nvPr/>
        </p:nvSpPr>
        <p:spPr>
          <a:xfrm>
            <a:off x="661475" y="245939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UNIVERSITY HACKATHON 2026</a:t>
            </a:r>
          </a:p>
        </p:txBody>
      </p:sp>
      <p:sp>
        <p:nvSpPr>
          <p:cNvPr id="102" name="Title"/>
          <p:cNvSpPr/>
          <p:nvPr/>
        </p:nvSpPr>
        <p:spPr>
          <a:xfrm>
            <a:off x="661475" y="700762"/>
            <a:ext cx="6200000" cy="5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What Should Your Pitch Deck Cover?</a:t>
            </a:r>
          </a:p>
        </p:txBody>
      </p:sp>
      <p:sp>
        <p:nvSpPr>
          <p:cNvPr id="104" name="Subtitle"/>
          <p:cNvSpPr/>
          <p:nvPr/>
        </p:nvSpPr>
        <p:spPr>
          <a:xfrm>
            <a:off x="661475" y="1500000"/>
            <a:ext cx="6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573"/>
                </a:solidFill>
                <a:latin typeface="Metropolis" pitchFamily="2" charset="77"/>
                <a:cs typeface="Poppins" pitchFamily="2" charset="77"/>
              </a:rPr>
              <a:t>The slides should cover 8 key areas:</a:t>
            </a:r>
          </a:p>
        </p:txBody>
      </p:sp>
      <p:sp>
        <p:nvSpPr>
          <p:cNvPr id="105" name="The Story"/>
          <p:cNvSpPr/>
          <p:nvPr/>
        </p:nvSpPr>
        <p:spPr>
          <a:xfrm>
            <a:off x="661475" y="2000000"/>
            <a:ext cx="2898525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The Story</a:t>
            </a:r>
          </a:p>
        </p:txBody>
      </p:sp>
      <p:sp>
        <p:nvSpPr>
          <p:cNvPr id="106" name="The Story Rule"/>
          <p:cNvSpPr/>
          <p:nvPr/>
        </p:nvSpPr>
        <p:spPr>
          <a:xfrm>
            <a:off x="661475" y="2360000"/>
            <a:ext cx="2898525" cy="190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07" name="Card Problem"/>
          <p:cNvSpPr/>
          <p:nvPr/>
        </p:nvSpPr>
        <p:spPr>
          <a:xfrm>
            <a:off x="661475" y="252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Problem</a:t>
            </a:r>
          </a:p>
        </p:txBody>
      </p:sp>
      <p:sp>
        <p:nvSpPr>
          <p:cNvPr id="108" name="Badge 1"/>
          <p:cNvSpPr/>
          <p:nvPr/>
        </p:nvSpPr>
        <p:spPr>
          <a:xfrm>
            <a:off x="771475" y="260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109" name="Card Target User"/>
          <p:cNvSpPr/>
          <p:nvPr/>
        </p:nvSpPr>
        <p:spPr>
          <a:xfrm>
            <a:off x="661475" y="321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Target User</a:t>
            </a:r>
          </a:p>
        </p:txBody>
      </p:sp>
      <p:sp>
        <p:nvSpPr>
          <p:cNvPr id="110" name="Badge 2"/>
          <p:cNvSpPr/>
          <p:nvPr/>
        </p:nvSpPr>
        <p:spPr>
          <a:xfrm>
            <a:off x="771475" y="329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111" name="Card Solution"/>
          <p:cNvSpPr/>
          <p:nvPr/>
        </p:nvSpPr>
        <p:spPr>
          <a:xfrm>
            <a:off x="661475" y="390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Solution</a:t>
            </a:r>
          </a:p>
        </p:txBody>
      </p:sp>
      <p:sp>
        <p:nvSpPr>
          <p:cNvPr id="112" name="Badge 3"/>
          <p:cNvSpPr/>
          <p:nvPr/>
        </p:nvSpPr>
        <p:spPr>
          <a:xfrm>
            <a:off x="771475" y="398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113" name="Card Innovation"/>
          <p:cNvSpPr/>
          <p:nvPr/>
        </p:nvSpPr>
        <p:spPr>
          <a:xfrm>
            <a:off x="661475" y="459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Innovation</a:t>
            </a:r>
          </a:p>
        </p:txBody>
      </p:sp>
      <p:sp>
        <p:nvSpPr>
          <p:cNvPr id="114" name="Badge 4"/>
          <p:cNvSpPr/>
          <p:nvPr/>
        </p:nvSpPr>
        <p:spPr>
          <a:xfrm>
            <a:off x="771475" y="467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4</a:t>
            </a:r>
          </a:p>
        </p:txBody>
      </p:sp>
      <p:sp>
        <p:nvSpPr>
          <p:cNvPr id="115" name="The Proof"/>
          <p:cNvSpPr/>
          <p:nvPr/>
        </p:nvSpPr>
        <p:spPr>
          <a:xfrm>
            <a:off x="3740000" y="2000000"/>
            <a:ext cx="2898525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The Proof</a:t>
            </a:r>
          </a:p>
        </p:txBody>
      </p:sp>
      <p:sp>
        <p:nvSpPr>
          <p:cNvPr id="116" name="The Proof Rule"/>
          <p:cNvSpPr/>
          <p:nvPr/>
        </p:nvSpPr>
        <p:spPr>
          <a:xfrm>
            <a:off x="3740000" y="2360000"/>
            <a:ext cx="2898525" cy="19050"/>
          </a:xfrm>
          <a:prstGeom prst="rect">
            <a:avLst/>
          </a:prstGeom>
          <a:solidFill>
            <a:srgbClr val="152D47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17" name="Card How it Works"/>
          <p:cNvSpPr/>
          <p:nvPr/>
        </p:nvSpPr>
        <p:spPr>
          <a:xfrm>
            <a:off x="3740000" y="252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How it Works</a:t>
            </a:r>
          </a:p>
        </p:txBody>
      </p:sp>
      <p:sp>
        <p:nvSpPr>
          <p:cNvPr id="118" name="Badge 5"/>
          <p:cNvSpPr/>
          <p:nvPr/>
        </p:nvSpPr>
        <p:spPr>
          <a:xfrm>
            <a:off x="3850000" y="260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5</a:t>
            </a:r>
          </a:p>
        </p:txBody>
      </p:sp>
      <p:sp>
        <p:nvSpPr>
          <p:cNvPr id="119" name="Card Impact"/>
          <p:cNvSpPr/>
          <p:nvPr/>
        </p:nvSpPr>
        <p:spPr>
          <a:xfrm>
            <a:off x="3740000" y="321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Impact</a:t>
            </a:r>
          </a:p>
        </p:txBody>
      </p:sp>
      <p:sp>
        <p:nvSpPr>
          <p:cNvPr id="120" name="Badge 6"/>
          <p:cNvSpPr/>
          <p:nvPr/>
        </p:nvSpPr>
        <p:spPr>
          <a:xfrm>
            <a:off x="3850000" y="329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6</a:t>
            </a:r>
          </a:p>
        </p:txBody>
      </p:sp>
      <p:sp>
        <p:nvSpPr>
          <p:cNvPr id="121" name="Card Feasibility"/>
          <p:cNvSpPr/>
          <p:nvPr/>
        </p:nvSpPr>
        <p:spPr>
          <a:xfrm>
            <a:off x="3740000" y="390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Feasibility</a:t>
            </a:r>
          </a:p>
        </p:txBody>
      </p:sp>
      <p:sp>
        <p:nvSpPr>
          <p:cNvPr id="122" name="Badge 7"/>
          <p:cNvSpPr/>
          <p:nvPr/>
        </p:nvSpPr>
        <p:spPr>
          <a:xfrm>
            <a:off x="3850000" y="398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7</a:t>
            </a:r>
          </a:p>
        </p:txBody>
      </p:sp>
      <p:sp>
        <p:nvSpPr>
          <p:cNvPr id="123" name="Card Implementation"/>
          <p:cNvSpPr/>
          <p:nvPr/>
        </p:nvSpPr>
        <p:spPr>
          <a:xfrm>
            <a:off x="3740000" y="459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Implementation</a:t>
            </a:r>
          </a:p>
        </p:txBody>
      </p:sp>
      <p:sp>
        <p:nvSpPr>
          <p:cNvPr id="124" name="Badge 8"/>
          <p:cNvSpPr/>
          <p:nvPr/>
        </p:nvSpPr>
        <p:spPr>
          <a:xfrm>
            <a:off x="3850000" y="467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8</a:t>
            </a:r>
          </a:p>
        </p:txBody>
      </p:sp>
      <p:sp>
        <p:nvSpPr>
          <p:cNvPr id="125" name="Note Box"/>
          <p:cNvSpPr/>
          <p:nvPr/>
        </p:nvSpPr>
        <p:spPr>
          <a:xfrm>
            <a:off x="661475" y="5370000"/>
            <a:ext cx="5977050" cy="6800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Keep your core pitch deck to 10 slides and moving secondary details to the appendix.</a:t>
            </a:r>
          </a:p>
        </p:txBody>
      </p:sp>
      <p:sp>
        <p:nvSpPr>
          <p:cNvPr id="126" name="Note Bar"/>
          <p:cNvSpPr/>
          <p:nvPr/>
        </p:nvSpPr>
        <p:spPr>
          <a:xfrm>
            <a:off x="661475" y="5370000"/>
            <a:ext cx="54864" cy="68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8B4E6AA-A801-1476-FD50-18DE35F92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542" y="1174771"/>
            <a:ext cx="5190458" cy="519045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F22BB88-45D8-7212-D362-DE4738A9E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332" y="245939"/>
            <a:ext cx="1004385" cy="73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9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578A07-0299-B36E-AB88-CF8437ED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ackathon Label">
            <a:extLst>
              <a:ext uri="{FF2B5EF4-FFF2-40B4-BE49-F238E27FC236}">
                <a16:creationId xmlns:a16="http://schemas.microsoft.com/office/drawing/2014/main" id="{451AEF25-65E5-3C18-C189-3E28CD2E591F}"/>
              </a:ext>
            </a:extLst>
          </p:cNvPr>
          <p:cNvSpPr/>
          <p:nvPr/>
        </p:nvSpPr>
        <p:spPr>
          <a:xfrm>
            <a:off x="661475" y="245939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UNIVERSITY HACKATHON 2026</a:t>
            </a:r>
          </a:p>
        </p:txBody>
      </p:sp>
      <p:sp>
        <p:nvSpPr>
          <p:cNvPr id="201" name="Title"/>
          <p:cNvSpPr/>
          <p:nvPr/>
        </p:nvSpPr>
        <p:spPr>
          <a:xfrm>
            <a:off x="661475" y="700762"/>
            <a:ext cx="10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Example: Pitch Deck Walkthrough</a:t>
            </a:r>
          </a:p>
        </p:txBody>
      </p:sp>
      <p:sp>
        <p:nvSpPr>
          <p:cNvPr id="202" name="Scenario Box"/>
          <p:cNvSpPr/>
          <p:nvPr/>
        </p:nvSpPr>
        <p:spPr>
          <a:xfrm>
            <a:off x="661475" y="1380000"/>
            <a:ext cx="10868745" cy="720000"/>
          </a:xfrm>
          <a:prstGeom prst="rect">
            <a:avLst/>
          </a:prstGeom>
          <a:solidFill>
            <a:srgbClr val="FDEFF1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SCENARIO:  </a:t>
            </a:r>
            <a:r>
              <a:rPr lang="en-US" sz="14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Finding parking at a mall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Shoppers circle crowded parking levels looking for a vacant bay, wasting time and adding stress to their visit.</a:t>
            </a:r>
          </a:p>
        </p:txBody>
      </p:sp>
      <p:sp>
        <p:nvSpPr>
          <p:cNvPr id="203" name="Scenario Bar"/>
          <p:cNvSpPr/>
          <p:nvPr/>
        </p:nvSpPr>
        <p:spPr>
          <a:xfrm>
            <a:off x="661475" y="1380000"/>
            <a:ext cx="54864" cy="72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04" name="The Story"/>
          <p:cNvSpPr/>
          <p:nvPr/>
        </p:nvSpPr>
        <p:spPr>
          <a:xfrm>
            <a:off x="661475" y="2210000"/>
            <a:ext cx="1086874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The Story</a:t>
            </a:r>
          </a:p>
        </p:txBody>
      </p:sp>
      <p:sp>
        <p:nvSpPr>
          <p:cNvPr id="205" name="The Story Rule"/>
          <p:cNvSpPr/>
          <p:nvPr/>
        </p:nvSpPr>
        <p:spPr>
          <a:xfrm>
            <a:off x="661475" y="2530000"/>
            <a:ext cx="10868745" cy="190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06" name="Card Problem"/>
          <p:cNvSpPr/>
          <p:nvPr/>
        </p:nvSpPr>
        <p:spPr>
          <a:xfrm>
            <a:off x="661475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07" name="Badge 1"/>
          <p:cNvSpPr/>
          <p:nvPr/>
        </p:nvSpPr>
        <p:spPr>
          <a:xfrm>
            <a:off x="771475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208" name="Card Title Problem"/>
          <p:cNvSpPr/>
          <p:nvPr/>
        </p:nvSpPr>
        <p:spPr>
          <a:xfrm>
            <a:off x="1201475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Problem</a:t>
            </a:r>
          </a:p>
        </p:txBody>
      </p:sp>
      <p:sp>
        <p:nvSpPr>
          <p:cNvPr id="209" name="Card Example Problem"/>
          <p:cNvSpPr/>
          <p:nvPr/>
        </p:nvSpPr>
        <p:spPr>
          <a:xfrm>
            <a:off x="771475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Shoppers circle full parking levels at peak hours hunting for a bay, wasting time and adding stress.</a:t>
            </a:r>
          </a:p>
        </p:txBody>
      </p:sp>
      <p:sp>
        <p:nvSpPr>
          <p:cNvPr id="210" name="Card Target User"/>
          <p:cNvSpPr/>
          <p:nvPr/>
        </p:nvSpPr>
        <p:spPr>
          <a:xfrm>
            <a:off x="3416161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11" name="Badge 2"/>
          <p:cNvSpPr/>
          <p:nvPr/>
        </p:nvSpPr>
        <p:spPr>
          <a:xfrm>
            <a:off x="3526161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212" name="Card Title Target User"/>
          <p:cNvSpPr/>
          <p:nvPr/>
        </p:nvSpPr>
        <p:spPr>
          <a:xfrm>
            <a:off x="3956161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Target User</a:t>
            </a:r>
          </a:p>
        </p:txBody>
      </p:sp>
      <p:sp>
        <p:nvSpPr>
          <p:cNvPr id="213" name="Card Example Target User"/>
          <p:cNvSpPr/>
          <p:nvPr/>
        </p:nvSpPr>
        <p:spPr>
          <a:xfrm>
            <a:off x="3526161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Weekend and peak-hour mall visitors, especially families, plus mall operators managing car park traffic.</a:t>
            </a:r>
          </a:p>
        </p:txBody>
      </p:sp>
      <p:sp>
        <p:nvSpPr>
          <p:cNvPr id="214" name="Card Solution"/>
          <p:cNvSpPr/>
          <p:nvPr/>
        </p:nvSpPr>
        <p:spPr>
          <a:xfrm>
            <a:off x="6170847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15" name="Badge 3"/>
          <p:cNvSpPr/>
          <p:nvPr/>
        </p:nvSpPr>
        <p:spPr>
          <a:xfrm>
            <a:off x="6280847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216" name="Card Title Solution"/>
          <p:cNvSpPr/>
          <p:nvPr/>
        </p:nvSpPr>
        <p:spPr>
          <a:xfrm>
            <a:off x="6710847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Solution</a:t>
            </a:r>
          </a:p>
        </p:txBody>
      </p:sp>
      <p:sp>
        <p:nvSpPr>
          <p:cNvPr id="217" name="Card Example Solution"/>
          <p:cNvSpPr/>
          <p:nvPr/>
        </p:nvSpPr>
        <p:spPr>
          <a:xfrm>
            <a:off x="6280847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A mobile app and LED signs that show live vacant bays per level and guide drivers straight to a free spot.</a:t>
            </a:r>
          </a:p>
        </p:txBody>
      </p:sp>
      <p:sp>
        <p:nvSpPr>
          <p:cNvPr id="218" name="Card Innovation"/>
          <p:cNvSpPr/>
          <p:nvPr/>
        </p:nvSpPr>
        <p:spPr>
          <a:xfrm>
            <a:off x="8925533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19" name="Badge 4"/>
          <p:cNvSpPr/>
          <p:nvPr/>
        </p:nvSpPr>
        <p:spPr>
          <a:xfrm>
            <a:off x="9035533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4</a:t>
            </a:r>
          </a:p>
        </p:txBody>
      </p:sp>
      <p:sp>
        <p:nvSpPr>
          <p:cNvPr id="220" name="Card Title Innovation"/>
          <p:cNvSpPr/>
          <p:nvPr/>
        </p:nvSpPr>
        <p:spPr>
          <a:xfrm>
            <a:off x="9465533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Innovation</a:t>
            </a:r>
          </a:p>
        </p:txBody>
      </p:sp>
      <p:sp>
        <p:nvSpPr>
          <p:cNvPr id="221" name="Card Example Innovation"/>
          <p:cNvSpPr/>
          <p:nvPr/>
        </p:nvSpPr>
        <p:spPr>
          <a:xfrm>
            <a:off x="9035533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AI on existing CCTV detects free bays in real time, with no costly sensor per bay, and predicts availability.</a:t>
            </a:r>
          </a:p>
        </p:txBody>
      </p:sp>
      <p:sp>
        <p:nvSpPr>
          <p:cNvPr id="222" name="The Proof"/>
          <p:cNvSpPr/>
          <p:nvPr/>
        </p:nvSpPr>
        <p:spPr>
          <a:xfrm>
            <a:off x="661475" y="4150000"/>
            <a:ext cx="1086874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The Proof</a:t>
            </a:r>
          </a:p>
        </p:txBody>
      </p:sp>
      <p:sp>
        <p:nvSpPr>
          <p:cNvPr id="223" name="The Proof Rule"/>
          <p:cNvSpPr/>
          <p:nvPr/>
        </p:nvSpPr>
        <p:spPr>
          <a:xfrm>
            <a:off x="661475" y="4470000"/>
            <a:ext cx="10868745" cy="19050"/>
          </a:xfrm>
          <a:prstGeom prst="rect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24" name="Card How it Works"/>
          <p:cNvSpPr/>
          <p:nvPr/>
        </p:nvSpPr>
        <p:spPr>
          <a:xfrm>
            <a:off x="661475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25" name="Badge 5"/>
          <p:cNvSpPr/>
          <p:nvPr/>
        </p:nvSpPr>
        <p:spPr>
          <a:xfrm>
            <a:off x="771475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5</a:t>
            </a:r>
          </a:p>
        </p:txBody>
      </p:sp>
      <p:sp>
        <p:nvSpPr>
          <p:cNvPr id="226" name="Card Title How it Works"/>
          <p:cNvSpPr/>
          <p:nvPr/>
        </p:nvSpPr>
        <p:spPr>
          <a:xfrm>
            <a:off x="1201475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How it Works</a:t>
            </a:r>
          </a:p>
        </p:txBody>
      </p:sp>
      <p:sp>
        <p:nvSpPr>
          <p:cNvPr id="227" name="Card Example How it Works"/>
          <p:cNvSpPr/>
          <p:nvPr/>
        </p:nvSpPr>
        <p:spPr>
          <a:xfrm>
            <a:off x="771475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Camera detects bay status → data sent to cloud → app and signs update live → driver follows guided route.</a:t>
            </a:r>
          </a:p>
        </p:txBody>
      </p:sp>
      <p:sp>
        <p:nvSpPr>
          <p:cNvPr id="228" name="Card Impact"/>
          <p:cNvSpPr/>
          <p:nvPr/>
        </p:nvSpPr>
        <p:spPr>
          <a:xfrm>
            <a:off x="3416161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29" name="Badge 6"/>
          <p:cNvSpPr/>
          <p:nvPr/>
        </p:nvSpPr>
        <p:spPr>
          <a:xfrm>
            <a:off x="3526161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6</a:t>
            </a:r>
          </a:p>
        </p:txBody>
      </p:sp>
      <p:sp>
        <p:nvSpPr>
          <p:cNvPr id="230" name="Card Title Impact"/>
          <p:cNvSpPr/>
          <p:nvPr/>
        </p:nvSpPr>
        <p:spPr>
          <a:xfrm>
            <a:off x="3956161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Impact</a:t>
            </a:r>
          </a:p>
        </p:txBody>
      </p:sp>
      <p:sp>
        <p:nvSpPr>
          <p:cNvPr id="231" name="Card Example Impact"/>
          <p:cNvSpPr/>
          <p:nvPr/>
        </p:nvSpPr>
        <p:spPr>
          <a:xfrm>
            <a:off x="3526161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Less time circling, shorter ramp queues, lower fuel use and emissions, and a better shopping experience.</a:t>
            </a:r>
          </a:p>
        </p:txBody>
      </p:sp>
      <p:sp>
        <p:nvSpPr>
          <p:cNvPr id="232" name="Card Feasibility"/>
          <p:cNvSpPr/>
          <p:nvPr/>
        </p:nvSpPr>
        <p:spPr>
          <a:xfrm>
            <a:off x="6170847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33" name="Badge 7"/>
          <p:cNvSpPr/>
          <p:nvPr/>
        </p:nvSpPr>
        <p:spPr>
          <a:xfrm>
            <a:off x="6280847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7</a:t>
            </a:r>
          </a:p>
        </p:txBody>
      </p:sp>
      <p:sp>
        <p:nvSpPr>
          <p:cNvPr id="234" name="Card Title Feasibility"/>
          <p:cNvSpPr/>
          <p:nvPr/>
        </p:nvSpPr>
        <p:spPr>
          <a:xfrm>
            <a:off x="6710847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Feasibility</a:t>
            </a:r>
          </a:p>
        </p:txBody>
      </p:sp>
      <p:sp>
        <p:nvSpPr>
          <p:cNvPr id="235" name="Card Example Feasibility"/>
          <p:cNvSpPr/>
          <p:nvPr/>
        </p:nvSpPr>
        <p:spPr>
          <a:xfrm>
            <a:off x="6280847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Uses proven tech and existing cameras; low setup cost; revenue from operator subscription or bay pre-booking.</a:t>
            </a:r>
          </a:p>
        </p:txBody>
      </p:sp>
      <p:sp>
        <p:nvSpPr>
          <p:cNvPr id="236" name="Card Implementation"/>
          <p:cNvSpPr/>
          <p:nvPr/>
        </p:nvSpPr>
        <p:spPr>
          <a:xfrm>
            <a:off x="8925533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37" name="Badge 8"/>
          <p:cNvSpPr/>
          <p:nvPr/>
        </p:nvSpPr>
        <p:spPr>
          <a:xfrm>
            <a:off x="9035533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8</a:t>
            </a:r>
          </a:p>
        </p:txBody>
      </p:sp>
      <p:sp>
        <p:nvSpPr>
          <p:cNvPr id="238" name="Card Title Implementation"/>
          <p:cNvSpPr/>
          <p:nvPr/>
        </p:nvSpPr>
        <p:spPr>
          <a:xfrm>
            <a:off x="9465533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Implementation</a:t>
            </a:r>
          </a:p>
        </p:txBody>
      </p:sp>
      <p:sp>
        <p:nvSpPr>
          <p:cNvPr id="239" name="Card Example Implementation"/>
          <p:cNvSpPr/>
          <p:nvPr/>
        </p:nvSpPr>
        <p:spPr>
          <a:xfrm>
            <a:off x="9035533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Pilot one car park level for 3 months, measure search time saved, then roll out mall-wide and to other malls.</a:t>
            </a:r>
          </a:p>
        </p:txBody>
      </p:sp>
      <p:sp>
        <p:nvSpPr>
          <p:cNvPr id="240" name="Note Box"/>
          <p:cNvSpPr/>
          <p:nvPr/>
        </p:nvSpPr>
        <p:spPr>
          <a:xfrm>
            <a:off x="661475" y="6110000"/>
            <a:ext cx="10868745" cy="4200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Tip: Carry one clear problem through every slide. Keep your core pitch deck to 10 slides and move secondary details to the appendix.</a:t>
            </a:r>
          </a:p>
        </p:txBody>
      </p:sp>
      <p:sp>
        <p:nvSpPr>
          <p:cNvPr id="241" name="Note Bar"/>
          <p:cNvSpPr/>
          <p:nvPr/>
        </p:nvSpPr>
        <p:spPr>
          <a:xfrm>
            <a:off x="661475" y="6110000"/>
            <a:ext cx="54864" cy="42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7CB52E-B333-18B5-B5A8-4E56324B6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332" y="245939"/>
            <a:ext cx="1004385" cy="73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8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132B-85B2-E020-D066-AED12A50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701656-F511-9BC3-BB4A-2B908347A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4479"/>
            <a:ext cx="9144000" cy="665797"/>
          </a:xfrm>
        </p:spPr>
        <p:txBody>
          <a:bodyPr>
            <a:normAutofit fontScale="90000"/>
          </a:bodyPr>
          <a:lstStyle/>
          <a:p>
            <a:r>
              <a:rPr b="1"/>
              <a:t>GreenLoop</a:t>
            </a:r>
            <a:endParaRPr lang="en-MY" dirty="0">
              <a:latin typeface="Metropoli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3671716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Smart Recycling Ecosystem · recycling that pays for itself</a:t>
            </a:r>
          </a:p>
        </p:txBody>
      </p:sp>
    </p:spTree>
    <p:extLst>
      <p:ext uri="{BB962C8B-B14F-4D97-AF65-F5344CB8AC3E}">
        <p14:creationId xmlns:p14="http://schemas.microsoft.com/office/powerpoint/2010/main" val="94520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43578" y="475657"/>
            <a:ext cx="10515600" cy="1325563"/>
          </a:xfrm>
        </p:spPr>
        <p:txBody>
          <a:bodyPr/>
          <a:lstStyle/>
          <a:p>
            <a:r>
              <a:t>Team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3578" y="1936157"/>
            <a:ext cx="10515600" cy="4351338"/>
          </a:xfrm>
        </p:spPr>
        <p:txBody>
          <a:bodyPr wrap="square"/>
          <a:lstStyle/>
          <a:p>
            <a:pPr/>
            <a:r>
              <a:rPr sz="1800" b="1">
                <a:solidFill>
                  <a:srgbClr val="1A1A1A"/>
                </a:solidFill>
                <a:latin typeface="Calibri"/>
              </a:rPr>
              <a:t>Team Name: Synkosys</a:t>
            </a:r>
            <a:endParaRPr lang="en-US" dirty="0">
              <a:latin typeface="Century Gothic" panose="020B0502020202020204" pitchFamily="34" charset="0"/>
            </a:endParaRP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Muhammad Najib bin Ahmad Azir, Team Lead, Universiti Teknologi MARA · najibazir12@gmail.com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Mohamad Fathin bin Mohd Zakiyuddin, Universiti Malaysia Pahang · fathinzy@gmail.com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Muhammad Muqsith bin Mohd Hairul Wazi, Universiti Teknologi MARA · mohdmuqsith1996@gmail.com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Leeya Sofea binti Mohd Rizal Izwan, Universiti Teknologi MARA · leeyasofea199@gmail.com</a:t>
            </a:r>
          </a:p>
          <a:p>
            <a:pPr/>
            <a:r>
              <a:rPr sz="1300" b="1">
                <a:solidFill>
                  <a:srgbClr val="16A34A"/>
                </a:solidFill>
                <a:latin typeface="Calibri"/>
              </a:rPr>
              <a:t>Live demo: greenloop-tan.vercel.app   ·   Code: github.com/NajibAzir/greenloop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505802"/>
            <a:ext cx="10515600" cy="1325563"/>
          </a:xfrm>
        </p:spPr>
        <p:txBody>
          <a:bodyPr/>
          <a:lstStyle/>
          <a:p>
            <a:r>
              <a:t>1.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966302"/>
            <a:ext cx="10515600" cy="4351338"/>
          </a:xfrm>
        </p:spPr>
        <p:txBody>
          <a:bodyPr wrap="square">
            <a:normAutofit/>
          </a:bodyPr>
          <a:lstStyle/>
          <a:p>
            <a:pPr/>
            <a:r>
              <a:rPr sz="1700" b="1">
                <a:solidFill>
                  <a:srgbClr val="1A1A1A"/>
                </a:solidFill>
                <a:latin typeface="Calibri"/>
              </a:rPr>
              <a:t>Malaysia wants to recycle more, but most recyclable waste still ends up in landfill.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~38,000 tonnes of solid waste are generated every day; about 82% still goes to landfill.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The national recycling rate sits around 30%, below the 40%-by-2025 target, yet ~40% of landfilled waste is recyclable.</a:t>
            </a:r>
          </a:p>
          <a:p>
            <a:pPr/>
            <a:r>
              <a:rPr sz="1500" b="1">
                <a:solidFill>
                  <a:srgbClr val="1A1A1A"/>
                </a:solidFill>
                <a:latin typeface="Calibri"/>
              </a:rPr>
              <a:t>In a township it stalls for three reasons: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Residents have no real incentive, effort, no reward, so turnout stays low.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Recycling is treated as a cost centre, so programmes get cut.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Collection is blind, trucks run fixed routes to half-empty bins, wasting fuel.</a:t>
            </a:r>
          </a:p>
          <a:p>
            <a:pPr/>
            <a:r>
              <a:rPr sz="1000" b="0">
                <a:solidFill>
                  <a:srgbClr val="64748B"/>
                </a:solidFill>
                <a:latin typeface="Calibri"/>
              </a:rPr>
              <a:t>Sources: UNIDO (2025); Asia News Network (2026); KPKT Circular Economy Blueprint 2025 to 2035. Figures indicative.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485705"/>
            <a:ext cx="10515600" cy="1325563"/>
          </a:xfrm>
        </p:spPr>
        <p:txBody>
          <a:bodyPr/>
          <a:lstStyle/>
          <a:p>
            <a:r>
              <a:t>2. Target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946205"/>
            <a:ext cx="10515600" cy="4351338"/>
          </a:xfrm>
        </p:spPr>
        <p:txBody>
          <a:bodyPr wrap="square"/>
          <a:lstStyle/>
          <a:p>
            <a:pPr/>
            <a:r>
              <a:rPr sz="1700" b="1">
                <a:solidFill>
                  <a:srgbClr val="1A1A1A"/>
                </a:solidFill>
                <a:latin typeface="Calibri"/>
              </a:rPr>
              <a:t>Three groups, one loop, modelled on real Sime Darby Property communities.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Residents (households), want convenient recycling and an everyday reward.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Mall tenants (F&amp;B / retail, e.g. Elmina Lakeside Mall), want to offset monthly service charges from packaging waste.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Developer operations (Sime Darby Property), want visibility, lower haulage cost and measurable ESG outcomes.</a:t>
            </a:r>
          </a:p>
          <a:p>
            <a:pPr/>
            <a:r>
              <a:rPr sz="1200" b="0">
                <a:solidFill>
                  <a:srgbClr val="64748B"/>
                </a:solidFill>
                <a:latin typeface="Calibri"/>
              </a:rPr>
              <a:t>Grounded in real locations: City of Elmina (Elmina West / East, Denai Alam, Bukit Subang), Elmina Lakeside Mall, Bandar Bukit Raja.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73239" y="465609"/>
            <a:ext cx="10515600" cy="1325563"/>
          </a:xfrm>
        </p:spPr>
        <p:txBody>
          <a:bodyPr/>
          <a:lstStyle/>
          <a:p>
            <a:r>
              <a:t>3.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3239" y="1926109"/>
            <a:ext cx="6035040" cy="4351338"/>
          </a:xfrm>
        </p:spPr>
        <p:txBody>
          <a:bodyPr wrap="square"/>
          <a:lstStyle/>
          <a:p>
            <a:pPr/>
            <a:r>
              <a:rPr sz="1700" b="1">
                <a:solidFill>
                  <a:srgbClr val="1A1A1A"/>
                </a:solidFill>
                <a:latin typeface="Calibri"/>
              </a:rPr>
              <a:t>GreenLoop closes the loop: recycling becomes a self-funding economy.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Scan &amp; earn, AI verifies the item; residents earn Green Points (GP).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Spend like cash, redeem GP at mall tenants or offset monthly fees.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Funded by savings, avoided haulage + material sales + carbon value pay for it.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Collect smart, AI dispatches trucks only to full bins.</a:t>
            </a:r>
          </a:p>
        </p:txBody>
      </p:sp>
      <p:pic>
        <p:nvPicPr>
          <p:cNvPr id="4" name="Picture 3" descr="resident-drop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55946"/>
            <a:ext cx="4846320" cy="37861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3720" y="1855946"/>
            <a:ext cx="4846320" cy="3786187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5806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Calibri"/>
              </a:rPr>
              <a:t>Resident Scan &amp; Drop-off (live prototype)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23482" y="365125"/>
            <a:ext cx="10515600" cy="1325563"/>
          </a:xfrm>
        </p:spPr>
        <p:txBody>
          <a:bodyPr/>
          <a:lstStyle/>
          <a:p>
            <a:r>
              <a:t>4.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23482" y="1825625"/>
            <a:ext cx="10515600" cy="4351338"/>
          </a:xfrm>
        </p:spPr>
        <p:txBody>
          <a:bodyPr wrap="square"/>
          <a:lstStyle/>
          <a:p>
            <a:pPr/>
            <a:r>
              <a:rPr sz="1700" b="1">
                <a:solidFill>
                  <a:srgbClr val="1A1A1A"/>
                </a:solidFill>
                <a:latin typeface="Calibri"/>
              </a:rPr>
              <a:t>A funded, verified, intelligent loop, not just another points app.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Rewards are funded by avoided haulage + material sales + carbon value (not a subsidy).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AI vision verifies each item before it is accepted (vs “trust me, it's recyclable”).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Live AI dispatch sends trucks only to full bins, on real road routing (vs fixed routes).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Residents and mall tenants are served by one engine (vs a single user type).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9030-B49D-E80E-BCF7-B7808EB3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570E-0EEC-80A1-3540-5998DDEECC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288" y="365125"/>
            <a:ext cx="10515600" cy="1325563"/>
          </a:xfrm>
        </p:spPr>
        <p:txBody>
          <a:bodyPr/>
          <a:lstStyle/>
          <a:p>
            <a:r>
              <a:t>5. How it Works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269A-0994-34F2-559D-6A8A2A0C022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3288" y="1825625"/>
            <a:ext cx="11064240" cy="4351338"/>
          </a:xfrm>
        </p:spPr>
        <p:txBody>
          <a:bodyPr wrap="square"/>
          <a:lstStyle/>
          <a:p>
            <a:pPr/>
            <a:r>
              <a:rPr sz="1600" b="1">
                <a:solidFill>
                  <a:srgbClr val="1A1A1A"/>
                </a:solidFill>
                <a:latin typeface="Calibri"/>
              </a:rPr>
              <a:t>Residents → Hubs → Operators → Rewards, one closed loop:</a:t>
            </a:r>
            <a:endParaRPr dirty="0">
              <a:latin typeface="Century Gothic" panose="020B0502020202020204" pitchFamily="34" charset="0"/>
            </a:endParaRP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1. Scan, resident scans an item; AI vision confirms it's recyclable.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2. Drop at Smart Hub, pair via hub QR; item accepted, GP credited instantly.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3. AI Dispatch, bin fills; at 80% a truck is scheduled to full bins only.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4. Recover &amp; Sell, material is diverted from landfill and sold to recyclers.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5. Value funds the loop, savings + sales + carbon fund the GP and fee offsets, and the loop repeats.</a:t>
            </a:r>
          </a:p>
        </p:txBody>
      </p:sp>
      <p:pic>
        <p:nvPicPr>
          <p:cNvPr id="4" name="Picture 3" descr="resident-hub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4480560"/>
            <a:ext cx="2048256" cy="1600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13432" y="4480560"/>
            <a:ext cx="2048256" cy="160020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s-log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4480560"/>
            <a:ext cx="2048256" cy="1600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36992" y="4480560"/>
            <a:ext cx="2048256" cy="160020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1713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365125"/>
            <a:ext cx="10515600" cy="1325563"/>
          </a:xfrm>
        </p:spPr>
        <p:txBody>
          <a:bodyPr/>
          <a:lstStyle/>
          <a:p>
            <a:r>
              <a:t>6.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825625"/>
            <a:ext cx="10515600" cy="4351338"/>
          </a:xfrm>
        </p:spPr>
        <p:txBody>
          <a:bodyPr wrap="square"/>
          <a:lstStyle/>
          <a:p>
            <a:pPr/>
            <a:r>
              <a:rPr sz="1700" b="1">
                <a:solidFill>
                  <a:srgbClr val="1A1A1A"/>
                </a:solidFill>
                <a:latin typeface="Calibri"/>
              </a:rPr>
              <a:t>Measurable outcomes, honest about what's demonstrated vs projected.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Environmental, tonnes diverted from landfill; CO₂e avoided; supports the 40% target.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Community, residents earn GP; GP offsets fees; higher, sustained participation.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Operational, lower haulage cost, live hub/fleet visibility, a self-funding programme.</a:t>
            </a:r>
          </a:p>
          <a:p>
            <a:pPr/>
            <a:r>
              <a:rPr sz="1200" b="0">
                <a:solidFill>
                  <a:srgbClr val="64748B"/>
                </a:solidFill>
                <a:latin typeface="Calibri"/>
              </a:rPr>
              <a:t>Demonstrated: working AI scan, GP economy, live dispatch, 6-hub map.  Modelled: ~10.9 t/month diverted and an operating surplus.  Needs validation: bin hardware, real haulage cost, recycler &amp; carbon prices.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3336" y="365125"/>
            <a:ext cx="10515600" cy="1325563"/>
          </a:xfrm>
        </p:spPr>
        <p:txBody>
          <a:bodyPr/>
          <a:lstStyle/>
          <a:p>
            <a:r>
              <a:t>7.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3336" y="1825625"/>
            <a:ext cx="6309360" cy="4351338"/>
          </a:xfrm>
        </p:spPr>
        <p:txBody>
          <a:bodyPr wrap="square"/>
          <a:lstStyle/>
          <a:p>
            <a:pPr/>
            <a:r>
              <a:rPr sz="1600" b="1">
                <a:solidFill>
                  <a:srgbClr val="1A1A1A"/>
                </a:solidFill>
                <a:latin typeface="Calibri"/>
              </a:rPr>
              <a:t>The hub pays for itself, transparent monthly economics (indicative, reconciles with the live dashboard).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Benefit: material sales RM 19,662 (cash) + avoided haulage RM 2,508 + carbon RM 1,767 = RM 23,936.</a:t>
            </a:r>
          </a:p>
          <a:p>
            <a:pPr lvl="1"/>
            <a:r>
              <a:rPr sz="1400" b="0">
                <a:solidFill>
                  <a:srgbClr val="475569"/>
                </a:solidFill>
                <a:latin typeface="Calibri"/>
              </a:rPr>
              <a:t>Cost: operating RM 4,200 + Green Points redeemed RM 4,931 = RM 9,131.</a:t>
            </a:r>
          </a:p>
          <a:p>
            <a:pPr lvl="1"/>
            <a:r>
              <a:rPr sz="1400" b="1">
                <a:solidFill>
                  <a:srgbClr val="064E3B"/>
                </a:solidFill>
                <a:latin typeface="Calibri"/>
              </a:rPr>
              <a:t>Net cash flow ≈ RM 14,805 / month → RM 85,000 setup ÷ 14,805 ≈ 5.7-month simple payback.</a:t>
            </a:r>
          </a:p>
          <a:p>
            <a:pPr lvl="1"/>
            <a:r>
              <a:rPr sz="1300" b="0">
                <a:solidFill>
                  <a:srgbClr val="475569"/>
                </a:solidFill>
                <a:latin typeface="Calibri"/>
              </a:rPr>
              <a:t>Conservative case (no carbon): net ≈ RM 13,000/mo, payback ~6.5 months. Still self-funding.</a:t>
            </a:r>
          </a:p>
          <a:p>
            <a:pPr/>
            <a:r>
              <a:rPr sz="1100" b="0">
                <a:solidFill>
                  <a:srgbClr val="64748B"/>
                </a:solidFill>
                <a:latin typeface="Calibri"/>
              </a:rPr>
              <a:t>RM230/t avoided-haulage is an assumption pending validation with Sime Darby's waste contractor.</a:t>
            </a:r>
          </a:p>
        </p:txBody>
      </p:sp>
      <p:pic>
        <p:nvPicPr>
          <p:cNvPr id="4" name="Picture 3" descr="ops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18824"/>
            <a:ext cx="4663440" cy="3643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86600" y="2018824"/>
            <a:ext cx="4663440" cy="3643312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03384" y="365125"/>
            <a:ext cx="9596175" cy="1325563"/>
          </a:xfrm>
        </p:spPr>
        <p:txBody>
          <a:bodyPr/>
          <a:lstStyle/>
          <a:p>
            <a:r>
              <a:t>7. Implementation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3385" y="2249488"/>
            <a:ext cx="10033000" cy="3541712"/>
          </a:xfrm>
        </p:spPr>
        <p:txBody>
          <a:bodyPr wrap="square"/>
          <a:lstStyle/>
          <a:p>
            <a:pPr/>
            <a:r>
              <a:rPr sz="1700" b="1">
                <a:solidFill>
                  <a:srgbClr val="1A1A1A"/>
                </a:solidFill>
                <a:latin typeface="Calibri"/>
              </a:rPr>
              <a:t>Start with one hub at Elmina West: prove it, then scale precinct by precinct.</a:t>
            </a:r>
            <a:endParaRPr dirty="0">
              <a:latin typeface="Century Gothic" panose="020B0502020202020204" pitchFamily="34" charset="0"/>
            </a:endParaRP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Month 1, install &amp; integrate: Smart Hub + bin hardware; link rewards and resident sign-up.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Month 2-3, run &amp; measure: track diversion, participation and real cost vs the model.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Month 4, review (go / no-go): compare actuals to assumptions; confirm payback.</a:t>
            </a:r>
          </a:p>
          <a:p>
            <a:pPr lvl="1"/>
            <a:r>
              <a:rPr sz="1500" b="0">
                <a:solidFill>
                  <a:srgbClr val="475569"/>
                </a:solidFill>
                <a:latin typeface="Calibri"/>
              </a:rPr>
              <a:t>Month 5+, scale: roll out to Elmina East, Denai Alam, Elmina Lakeside Mall.</a:t>
            </a:r>
          </a:p>
          <a:p>
            <a:pPr/>
            <a:r>
              <a:rPr sz="1200" b="0">
                <a:solidFill>
                  <a:srgbClr val="64748B"/>
                </a:solidFill>
                <a:latin typeface="Calibri"/>
              </a:rPr>
              <a:t>Stakeholders: Sime Darby Property ops, waste contractor, mall tenants, residents, recyclers.  Validate first: bin hardware, real RM/t haulage, recycler prices, POS integration, resident identity &amp; PDPA.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91F4-B44F-5148-BD85-A5CE021E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5139-6AA0-662B-0517-901F1BC4E5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3384" y="365125"/>
            <a:ext cx="9596175" cy="1325563"/>
          </a:xfrm>
        </p:spPr>
        <p:txBody>
          <a:bodyPr/>
          <a:lstStyle/>
          <a:p>
            <a:r>
              <a:t>7. Visual Concept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B262-6F0D-A78F-3412-25269687EA2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3385" y="2249488"/>
            <a:ext cx="10033000" cy="548640"/>
          </a:xfrm>
        </p:spPr>
        <p:txBody>
          <a:bodyPr/>
          <a:lstStyle/>
          <a:p>
            <a:r>
              <a:rPr sz="1500"/>
              <a:t>One working ecosystem: resident app, smart bin and the operator's command centre.</a:t>
            </a:r>
          </a:p>
        </p:txBody>
      </p:sp>
      <p:pic>
        <p:nvPicPr>
          <p:cNvPr id="4" name="Picture 3" descr="recyclehub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19588"/>
            <a:ext cx="3520440" cy="27503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419588"/>
            <a:ext cx="3520440" cy="2750343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Calibri"/>
              </a:rPr>
              <a:t>Smart Recycle Bin + QR station</a:t>
            </a:r>
          </a:p>
        </p:txBody>
      </p:sp>
      <p:pic>
        <p:nvPicPr>
          <p:cNvPr id="7" name="Picture 6" descr="ops-metrics-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19588"/>
            <a:ext cx="3520440" cy="27503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43400" y="2419588"/>
            <a:ext cx="3520440" cy="2750343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54406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Calibri"/>
              </a:rPr>
              <a:t>Diversion metrics (actual vs projected)</a:t>
            </a:r>
          </a:p>
        </p:txBody>
      </p:sp>
      <p:pic>
        <p:nvPicPr>
          <p:cNvPr id="10" name="Picture 9" descr="ops-led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19588"/>
            <a:ext cx="3520440" cy="275034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38160" y="2419588"/>
            <a:ext cx="3520440" cy="2750343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4406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Calibri"/>
              </a:rPr>
              <a:t>Hub economics (business case)</a:t>
            </a:r>
          </a:p>
        </p:txBody>
      </p:sp>
    </p:spTree>
    <p:extLst>
      <p:ext uri="{BB962C8B-B14F-4D97-AF65-F5344CB8AC3E}">
        <p14:creationId xmlns:p14="http://schemas.microsoft.com/office/powerpoint/2010/main" val="1279633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365125"/>
            <a:ext cx="10515600" cy="1325563"/>
          </a:xfrm>
        </p:spPr>
        <p:txBody>
          <a:bodyPr/>
          <a:lstStyle/>
          <a:p>
            <a:r>
              <a:t>8. Why Your Team Should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825625"/>
            <a:ext cx="10515600" cy="4351338"/>
          </a:xfrm>
        </p:spPr>
        <p:txBody>
          <a:bodyPr wrap="square"/>
          <a:lstStyle/>
          <a:p>
            <a:pPr/>
            <a:r>
              <a:rPr sz="1600" b="0">
                <a:solidFill>
                  <a:srgbClr val="1A1A1A"/>
                </a:solidFill>
                <a:latin typeface="Calibri"/>
              </a:rPr>
              <a:t>GreenLoop connects AI-assisted recycling, resident rewards and smarter collection into one township ecosystem, tackling both participation and the cost of collection, not just one of them.</a:t>
            </a:r>
          </a:p>
          <a:p>
            <a:pPr/>
            <a:r>
              <a:rPr sz="1600" b="0">
                <a:solidFill>
                  <a:srgbClr val="1A1A1A"/>
                </a:solidFill>
                <a:latin typeface="Calibri"/>
              </a:rPr>
              <a:t>We built a deployed, interactive prototype and a one-hub pilot model for Elmina West, and we are transparent about what is demonstrated versus what still needs real-world validation.</a:t>
            </a:r>
          </a:p>
          <a:p>
            <a:pPr/>
            <a:r>
              <a:rPr sz="1600" b="1">
                <a:solidFill>
                  <a:srgbClr val="D31245"/>
                </a:solidFill>
                <a:latin typeface="Calibri"/>
              </a:rPr>
              <a:t>Our ask: a one-hub pilot at Elmina West plus access to operational data, so we can measure actual diversion, collection savings and payback before scaling.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7FEF1-F667-3E88-E8E8-12F54B61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2E9516-A73F-C5C3-DD3C-C43F587F7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4479"/>
            <a:ext cx="9144000" cy="665797"/>
          </a:xfrm>
        </p:spPr>
        <p:txBody>
          <a:bodyPr>
            <a:normAutofit/>
          </a:bodyPr>
          <a:lstStyle/>
          <a:p>
            <a:r>
              <a:rPr lang="en-US" dirty="0">
                <a:latin typeface="Metropolis"/>
              </a:rPr>
              <a:t>Thank You</a:t>
            </a:r>
            <a:endParaRPr lang="en-MY" dirty="0"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37136525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4833599-B41C-254A-95DE-CEA4C0C4706B}" vid="{099ADE26-DEB3-E34B-BD29-AB541646E7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558</Words>
  <Application>Microsoft Office PowerPoint</Application>
  <PresentationFormat>Widescreen</PresentationFormat>
  <Paragraphs>96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Century Gothic</vt:lpstr>
      <vt:lpstr>Poppins</vt:lpstr>
      <vt:lpstr>Arial</vt:lpstr>
      <vt:lpstr>Aptos</vt:lpstr>
      <vt:lpstr>Metropolis</vt:lpstr>
      <vt:lpstr>Calibri</vt:lpstr>
      <vt:lpstr>Calibri Light</vt:lpstr>
      <vt:lpstr>1_Office Theme</vt:lpstr>
      <vt:lpstr>PowerPoint Presentation</vt:lpstr>
      <vt:lpstr>Sime Darby Property  University Hackathon 2026</vt:lpstr>
      <vt:lpstr>PowerPoint Presentation</vt:lpstr>
      <vt:lpstr>PowerPoint Presentation</vt:lpstr>
      <vt:lpstr>PowerPoint Presentation</vt:lpstr>
      <vt:lpstr>Presentation Template Title</vt:lpstr>
      <vt:lpstr>Team Information</vt:lpstr>
      <vt:lpstr>1. The Problem</vt:lpstr>
      <vt:lpstr>2. Target User</vt:lpstr>
      <vt:lpstr>3. Your Solution</vt:lpstr>
      <vt:lpstr>4. Innovation</vt:lpstr>
      <vt:lpstr>5. How it Works</vt:lpstr>
      <vt:lpstr>6. Impact</vt:lpstr>
      <vt:lpstr>7. Feasibility</vt:lpstr>
      <vt:lpstr>7. Implementation</vt:lpstr>
      <vt:lpstr>7. Visual Concept</vt:lpstr>
      <vt:lpstr>8. Why Your Team Should Win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Susilan Kesavan</cp:lastModifiedBy>
  <cp:revision>5</cp:revision>
  <dcterms:created xsi:type="dcterms:W3CDTF">2026-09-28T15:23:43Z</dcterms:created>
  <dcterms:modified xsi:type="dcterms:W3CDTF">2026-10-13T01:34:06Z</dcterms:modified>
</cp:coreProperties>
</file>